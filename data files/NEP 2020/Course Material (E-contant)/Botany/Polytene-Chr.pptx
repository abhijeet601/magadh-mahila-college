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mailto:khare.pushpanjali2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POLYTENE CHROMOSOME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429000"/>
            <a:ext cx="9144000" cy="3429000"/>
          </a:xfrm>
        </p:spPr>
        <p:txBody>
          <a:bodyPr>
            <a:norm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Study Material for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B.Sc. Part II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Botany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Paper IV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r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Dr. Pushpanjali Khare</a:t>
            </a:r>
          </a:p>
          <a:p>
            <a:pPr algn="r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 Sr.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Asstt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 Professor &amp;</a:t>
            </a:r>
          </a:p>
          <a:p>
            <a:pPr algn="r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Head,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Deptt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 of Botany</a:t>
            </a:r>
          </a:p>
          <a:p>
            <a:pPr algn="r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  MMC (PU)</a:t>
            </a:r>
          </a:p>
          <a:p>
            <a:pPr algn="r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   Patna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81600"/>
          </a:xfrm>
        </p:spPr>
        <p:txBody>
          <a:bodyPr>
            <a:normAutofit fontScale="70000" lnSpcReduction="20000"/>
          </a:bodyPr>
          <a:lstStyle/>
          <a:p>
            <a:endParaRPr lang="en-US" sz="3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Polytene Chromosomes are one of the </a:t>
            </a: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Giant Chromosomes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These are also known as</a:t>
            </a: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 Salivary Gland Chromosomes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as they are found in salivary glands of Dipterans (Fruit fly) larvae</a:t>
            </a:r>
          </a:p>
          <a:p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Exceptional feature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: Polytene chromosomes are </a:t>
            </a: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visible during interphase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Polytene chromosomes were first of all observed by</a:t>
            </a: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 Balbiani (1881)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in the salivary glands of the non biting midge (lake fly) </a:t>
            </a:r>
            <a:r>
              <a:rPr lang="en-US" sz="3000" i="1" u="sng" dirty="0" smtClean="0">
                <a:latin typeface="Times New Roman" pitchFamily="18" charset="0"/>
                <a:cs typeface="Times New Roman" pitchFamily="18" charset="0"/>
              </a:rPr>
              <a:t>chironomous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Polytene chromosomes have been reported in immature seed tissues (</a:t>
            </a:r>
            <a:r>
              <a:rPr lang="en-US" sz="3000" i="1" u="sng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000" i="1" u="sng" dirty="0" smtClean="0">
                <a:latin typeface="Times New Roman" pitchFamily="18" charset="0"/>
                <a:cs typeface="Times New Roman" pitchFamily="18" charset="0"/>
              </a:rPr>
              <a:t>vulgaris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000" i="1" u="sng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000" i="1" u="sng" dirty="0" err="1" smtClean="0">
                <a:latin typeface="Times New Roman" pitchFamily="18" charset="0"/>
                <a:cs typeface="Times New Roman" pitchFamily="18" charset="0"/>
              </a:rPr>
              <a:t>coccineus</a:t>
            </a:r>
            <a:r>
              <a:rPr lang="en-US" sz="3000" i="1" u="sng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by </a:t>
            </a:r>
            <a:r>
              <a:rPr lang="en-US" sz="3000" dirty="0" err="1" smtClean="0">
                <a:latin typeface="Times New Roman" pitchFamily="18" charset="0"/>
                <a:cs typeface="Times New Roman" pitchFamily="18" charset="0"/>
              </a:rPr>
              <a:t>Nagl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in1981 and in anther tapetum of </a:t>
            </a:r>
            <a:r>
              <a:rPr lang="en-US" sz="3000" i="1" u="sng" dirty="0" smtClean="0">
                <a:latin typeface="Times New Roman" pitchFamily="18" charset="0"/>
                <a:cs typeface="Times New Roman" pitchFamily="18" charset="0"/>
              </a:rPr>
              <a:t>Vigna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u="sng" dirty="0" smtClean="0">
                <a:latin typeface="Times New Roman" pitchFamily="18" charset="0"/>
                <a:cs typeface="Times New Roman" pitchFamily="18" charset="0"/>
              </a:rPr>
              <a:t>unguiculata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(Guerra and </a:t>
            </a:r>
            <a:r>
              <a:rPr lang="en-US" sz="3000" dirty="0" err="1" smtClean="0">
                <a:latin typeface="Times New Roman" pitchFamily="18" charset="0"/>
                <a:cs typeface="Times New Roman" pitchFamily="18" charset="0"/>
              </a:rPr>
              <a:t>Carvalheira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, 1994)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In Polytene chromosomes there are several </a:t>
            </a: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Bands and Interbands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representing</a:t>
            </a: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 the heterochromatin and euchromatin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regions 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Bands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are regions of </a:t>
            </a: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high DNA concentration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whereas </a:t>
            </a: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Interbands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are regions of </a:t>
            </a: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low DNA concentration</a:t>
            </a:r>
            <a:endParaRPr lang="en-US" sz="3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Painter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(1933)and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Bridges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(1936) studied about the close relationships between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genes </a:t>
            </a: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44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POLYTENE CHROMOSOMES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2" name="Picture 2" descr="C:\Users\Sony Vaio\Desktop\New folder (7)\special-type-of-chromosomes-19-102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1752600" y="6019800"/>
            <a:ext cx="6324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Fig: Polytene chromosomes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Specific structure of Polytene Chromosome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47800"/>
          </a:xfrm>
          <a:solidFill>
            <a:schemeClr val="tx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Structure of Polytene Chromosome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 descr="C:\Users\Sony Vaio\Desktop\New folder (7)\giant-chromosomeslampbrush-polytene-15-102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00200"/>
            <a:ext cx="9144000" cy="52578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0" y="1447800"/>
            <a:ext cx="9144000" cy="2286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Specific features have been observed 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 the four chromosomes of </a:t>
            </a:r>
            <a:r>
              <a:rPr lang="en-US" sz="2000" i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Drosophila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It shows linear series of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Bands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Interbands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Over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5000 bands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have been observed in Polytene chromosomes of </a:t>
            </a:r>
            <a:r>
              <a:rPr lang="en-US" sz="2000" i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Drosophila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Bands of Polytene chromosomes become enlarged due to uncoiling of individual chromomeres in a band which form swellings and are called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chromosome puffs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Balbiani rings</a:t>
            </a:r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1143000"/>
          </a:xfrm>
        </p:spPr>
        <p:txBody>
          <a:bodyPr/>
          <a:lstStyle/>
          <a:p>
            <a:endParaRPr lang="en-US"/>
          </a:p>
        </p:txBody>
      </p:sp>
      <p:pic>
        <p:nvPicPr>
          <p:cNvPr id="11266" name="Picture 2" descr="C:\Users\Sony Vaio\Desktop\New folder (7)\giant-chromosomeslampbrush-polytene-14-102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 descr="C:\Users\Sony Vaio\Desktop\New folder (7)\special-type-of-chromosomes-18-102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16764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Detail Structure of  Polytene Chromosome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 descr="C:\Users\Sony Vaio\Desktop\New folder (7)\giant-chromosomeslampbrush-polytene-18-102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Balbiani Rings  OR Chromosome Puffs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506" name="Picture 2" descr="C:\Users\Sony Vaio\Desktop\New folder (7)\special-type-of-chromosomes-22-102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0" y="5257800"/>
            <a:ext cx="9144000" cy="1600200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Fig: Balbiani Ring OR Chromosome Puffs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554" name="Picture 2" descr="C:\Users\Sony Vaio\Desktop\New folder (7)\special-type-of-chromosomes-25-102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-152400"/>
            <a:ext cx="9144000" cy="71628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-152400"/>
            <a:ext cx="9144000" cy="2133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Balbiani Rings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 descr="C:\Users\Sony Vaio\Desktop\New folder (7)\special-type-of-chromosomes-24-102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Balbiani Rings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 descr="C:\Users\Sony Vaio\Desktop\New folder (7)\giant-chromosomeslampbrush-polytene-17-102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76200"/>
            <a:ext cx="9143999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Functional stages of Polytene chromosome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 descr="C:\Users\Sony Vaio\Desktop\New folder (7)\giant-chromosomeslampbrush-polytene-19-102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5791200" y="3429000"/>
            <a:ext cx="3352800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 incorporation of radioactively  labeled RNA shows the activity of gene (transcription)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 descr="C:\Users\Sony Vaio\Desktop\New folder (7)\giant-chromosomeslampbrush-polytene-20-102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Functions of Polytene Chromosomes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Polytene chromosomes are used as bio-markers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600200"/>
          </a:xfrm>
          <a:solidFill>
            <a:schemeClr val="tx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Polytene Chromosomes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 dirty="0" smtClean="0"/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Students are requested to share their queries on Whatsapp group: MMC Botany (D2) </a:t>
            </a:r>
            <a:br>
              <a:rPr lang="en-US" sz="2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</a:t>
            </a:r>
            <a:br>
              <a:rPr lang="en-US" sz="2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OR</a:t>
            </a:r>
            <a:b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</a:br>
            <a:endParaRPr lang="en-US" sz="2400" b="1" dirty="0" smtClean="0"/>
          </a:p>
          <a:p>
            <a:r>
              <a:rPr lang="en-US" sz="2400" b="1" dirty="0" smtClean="0"/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khare.pushpanjali2@gmail.com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OR</a:t>
            </a:r>
            <a:b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# 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9708063491</a:t>
            </a:r>
          </a:p>
          <a:p>
            <a:endParaRPr lang="en-US" sz="2400" b="1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307</Words>
  <Application>Microsoft Office PowerPoint</Application>
  <PresentationFormat>On-screen Show (4:3)</PresentationFormat>
  <Paragraphs>42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POLYTENE CHROMOSOME</vt:lpstr>
      <vt:lpstr>Slide 2</vt:lpstr>
      <vt:lpstr>Slide 3</vt:lpstr>
      <vt:lpstr>Structure of Polytene Chromosome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Polytene Chromosomes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POLYTENE CHROMOSOME</dc:title>
  <dc:creator>Sony Vaio</dc:creator>
  <cp:lastModifiedBy>Sony Vaio</cp:lastModifiedBy>
  <cp:revision>16</cp:revision>
  <dcterms:created xsi:type="dcterms:W3CDTF">2006-08-16T00:00:00Z</dcterms:created>
  <dcterms:modified xsi:type="dcterms:W3CDTF">2020-04-21T08:18:35Z</dcterms:modified>
</cp:coreProperties>
</file>