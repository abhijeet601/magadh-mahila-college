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9" r:id="rId2"/>
    <p:sldId id="310" r:id="rId3"/>
    <p:sldId id="313" r:id="rId4"/>
    <p:sldId id="315" r:id="rId5"/>
    <p:sldId id="316" r:id="rId6"/>
    <p:sldId id="268" r:id="rId7"/>
    <p:sldId id="256" r:id="rId8"/>
    <p:sldId id="311" r:id="rId9"/>
    <p:sldId id="304" r:id="rId10"/>
    <p:sldId id="298" r:id="rId11"/>
    <p:sldId id="290" r:id="rId12"/>
    <p:sldId id="305" r:id="rId13"/>
    <p:sldId id="271" r:id="rId14"/>
    <p:sldId id="300" r:id="rId15"/>
    <p:sldId id="273" r:id="rId16"/>
    <p:sldId id="282" r:id="rId17"/>
    <p:sldId id="302" r:id="rId18"/>
    <p:sldId id="275" r:id="rId19"/>
    <p:sldId id="307" r:id="rId20"/>
    <p:sldId id="291" r:id="rId21"/>
    <p:sldId id="303" r:id="rId22"/>
    <p:sldId id="292" r:id="rId23"/>
    <p:sldId id="281" r:id="rId24"/>
    <p:sldId id="293" r:id="rId25"/>
    <p:sldId id="277" r:id="rId26"/>
    <p:sldId id="295" r:id="rId27"/>
    <p:sldId id="287" r:id="rId28"/>
    <p:sldId id="296" r:id="rId29"/>
    <p:sldId id="285" r:id="rId30"/>
    <p:sldId id="257" r:id="rId31"/>
    <p:sldId id="283" r:id="rId32"/>
    <p:sldId id="286" r:id="rId33"/>
    <p:sldId id="31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D26F9A-9D67-444D-8575-911C2F364E60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14B753-BB4B-4B0B-AB1C-CF770DA23701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INITIATION</a:t>
          </a:r>
          <a:endParaRPr lang="en-US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5E73E7E-DBF9-428F-A2E7-660E8D8F3653}" type="parTrans" cxnId="{E219ECF9-B116-432F-8F02-EAA4253366F8}">
      <dgm:prSet/>
      <dgm:spPr/>
      <dgm:t>
        <a:bodyPr/>
        <a:lstStyle/>
        <a:p>
          <a:endParaRPr lang="en-US"/>
        </a:p>
      </dgm:t>
    </dgm:pt>
    <dgm:pt modelId="{5C1D2E1C-8811-4014-99DD-C471E5D37830}" type="sibTrans" cxnId="{E219ECF9-B116-432F-8F02-EAA4253366F8}">
      <dgm:prSet/>
      <dgm:spPr/>
      <dgm:t>
        <a:bodyPr/>
        <a:lstStyle/>
        <a:p>
          <a:endParaRPr lang="en-US"/>
        </a:p>
      </dgm:t>
    </dgm:pt>
    <dgm:pt modelId="{2C854854-B06A-4AD1-AD14-E5CB7D2EB174}">
      <dgm:prSet phldrT="[Text]" custT="1"/>
      <dgm:spPr/>
      <dgm:t>
        <a:bodyPr/>
        <a:lstStyle/>
        <a:p>
          <a:r>
            <a:rPr lang="en-US" sz="1600" b="1" dirty="0" smtClean="0"/>
            <a:t>RCCOGNITION OF ORIGIN (</a:t>
          </a:r>
          <a:r>
            <a:rPr lang="en-US" sz="1600" b="1" dirty="0" err="1" smtClean="0"/>
            <a:t>Ori</a:t>
          </a:r>
          <a:r>
            <a:rPr lang="en-US" sz="1600" b="1" dirty="0" smtClean="0"/>
            <a:t>-site)</a:t>
          </a:r>
          <a:endParaRPr lang="en-US" sz="1600" b="1" dirty="0"/>
        </a:p>
      </dgm:t>
    </dgm:pt>
    <dgm:pt modelId="{0236D477-B197-40BE-BD45-AF9AA594846B}" type="parTrans" cxnId="{8B8C732F-06BD-4E6F-98AC-90025ED88DC7}">
      <dgm:prSet/>
      <dgm:spPr/>
      <dgm:t>
        <a:bodyPr/>
        <a:lstStyle/>
        <a:p>
          <a:endParaRPr lang="en-US"/>
        </a:p>
      </dgm:t>
    </dgm:pt>
    <dgm:pt modelId="{DEA7347F-BB5D-4DA4-B2A1-2166A9F91452}" type="sibTrans" cxnId="{8B8C732F-06BD-4E6F-98AC-90025ED88DC7}">
      <dgm:prSet/>
      <dgm:spPr/>
      <dgm:t>
        <a:bodyPr/>
        <a:lstStyle/>
        <a:p>
          <a:endParaRPr lang="en-US"/>
        </a:p>
      </dgm:t>
    </dgm:pt>
    <dgm:pt modelId="{F5C8E642-5A86-4BE0-BE49-EF656598D724}">
      <dgm:prSet phldrT="[Text]" custT="1"/>
      <dgm:spPr/>
      <dgm:t>
        <a:bodyPr/>
        <a:lstStyle/>
        <a:p>
          <a:r>
            <a:rPr lang="en-US" sz="1600" b="1" dirty="0" smtClean="0"/>
            <a:t>OPENING OF DNA TO GENERATE REGION OF </a:t>
          </a:r>
          <a:r>
            <a:rPr lang="en-US" sz="1600" b="1" dirty="0" err="1" smtClean="0"/>
            <a:t>ssDNA</a:t>
          </a:r>
          <a:endParaRPr lang="en-US" sz="1600" b="1" dirty="0"/>
        </a:p>
      </dgm:t>
    </dgm:pt>
    <dgm:pt modelId="{62BF9F7B-A7AD-47FA-BE36-C401226EB0D7}" type="parTrans" cxnId="{119CF0D4-AB1D-4256-A7FB-3C694DB5F4B2}">
      <dgm:prSet/>
      <dgm:spPr/>
      <dgm:t>
        <a:bodyPr/>
        <a:lstStyle/>
        <a:p>
          <a:endParaRPr lang="en-US"/>
        </a:p>
      </dgm:t>
    </dgm:pt>
    <dgm:pt modelId="{E39C6FD7-6DF2-4D02-A760-3A4B3AFC35CE}" type="sibTrans" cxnId="{119CF0D4-AB1D-4256-A7FB-3C694DB5F4B2}">
      <dgm:prSet/>
      <dgm:spPr/>
      <dgm:t>
        <a:bodyPr/>
        <a:lstStyle/>
        <a:p>
          <a:endParaRPr lang="en-US"/>
        </a:p>
      </dgm:t>
    </dgm:pt>
    <dgm:pt modelId="{9DFAAAD1-5018-44FB-99C2-0B0A1FFB2270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ELONGATION</a:t>
          </a:r>
          <a:endParaRPr lang="en-US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D9A07383-F4F6-41B5-B14D-CE90859ACD47}" type="parTrans" cxnId="{BA31A061-2EAD-4DAB-9A41-2AC738D3B974}">
      <dgm:prSet/>
      <dgm:spPr/>
      <dgm:t>
        <a:bodyPr/>
        <a:lstStyle/>
        <a:p>
          <a:endParaRPr lang="en-US"/>
        </a:p>
      </dgm:t>
    </dgm:pt>
    <dgm:pt modelId="{A17C09B2-FA3C-4D79-9B70-FBC815880257}" type="sibTrans" cxnId="{BA31A061-2EAD-4DAB-9A41-2AC738D3B974}">
      <dgm:prSet/>
      <dgm:spPr/>
      <dgm:t>
        <a:bodyPr/>
        <a:lstStyle/>
        <a:p>
          <a:endParaRPr lang="en-US"/>
        </a:p>
      </dgm:t>
    </dgm:pt>
    <dgm:pt modelId="{D6CC790B-66FB-466A-811B-68D54296AB26}">
      <dgm:prSet phldrT="[Text]" custT="1"/>
      <dgm:spPr/>
      <dgm:t>
        <a:bodyPr/>
        <a:lstStyle/>
        <a:p>
          <a:r>
            <a:rPr lang="en-US" sz="1600" b="1" dirty="0" smtClean="0">
              <a:latin typeface="+mn-lt"/>
              <a:cs typeface="Times New Roman" pitchFamily="18" charset="0"/>
            </a:rPr>
            <a:t>FORMATION OF REPLICATION FORK</a:t>
          </a:r>
          <a:endParaRPr lang="en-US" sz="1600" b="1" dirty="0">
            <a:latin typeface="+mn-lt"/>
            <a:cs typeface="Times New Roman" pitchFamily="18" charset="0"/>
          </a:endParaRPr>
        </a:p>
      </dgm:t>
    </dgm:pt>
    <dgm:pt modelId="{25190B33-6A42-46F6-A7E3-B9294217B383}" type="parTrans" cxnId="{3D8C0CF8-CF71-40BE-98F0-6A2A498A2247}">
      <dgm:prSet/>
      <dgm:spPr/>
      <dgm:t>
        <a:bodyPr/>
        <a:lstStyle/>
        <a:p>
          <a:endParaRPr lang="en-US"/>
        </a:p>
      </dgm:t>
    </dgm:pt>
    <dgm:pt modelId="{44964934-4CBF-4C9A-B3D0-1B3B4501F080}" type="sibTrans" cxnId="{3D8C0CF8-CF71-40BE-98F0-6A2A498A2247}">
      <dgm:prSet/>
      <dgm:spPr/>
      <dgm:t>
        <a:bodyPr/>
        <a:lstStyle/>
        <a:p>
          <a:endParaRPr lang="en-US"/>
        </a:p>
      </dgm:t>
    </dgm:pt>
    <dgm:pt modelId="{1B86AB58-E28A-432A-8671-FC1B956FF9FF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TERMINATION</a:t>
          </a:r>
          <a:endParaRPr lang="en-US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E940B45-0227-46EF-B538-1F4ED1DE9238}" type="parTrans" cxnId="{17B10C5E-9EF0-417F-9692-9B7D0601E566}">
      <dgm:prSet/>
      <dgm:spPr/>
      <dgm:t>
        <a:bodyPr/>
        <a:lstStyle/>
        <a:p>
          <a:endParaRPr lang="en-US"/>
        </a:p>
      </dgm:t>
    </dgm:pt>
    <dgm:pt modelId="{CF52EAB3-2937-4FAB-8F10-2E47FBF2D2DB}" type="sibTrans" cxnId="{17B10C5E-9EF0-417F-9692-9B7D0601E566}">
      <dgm:prSet/>
      <dgm:spPr/>
      <dgm:t>
        <a:bodyPr/>
        <a:lstStyle/>
        <a:p>
          <a:endParaRPr lang="en-US"/>
        </a:p>
      </dgm:t>
    </dgm:pt>
    <dgm:pt modelId="{F8486938-BDC8-4ED5-BFD5-9EDAC83F0AA4}">
      <dgm:prSet phldrT="[Text]" custT="1"/>
      <dgm:spPr/>
      <dgm:t>
        <a:bodyPr/>
        <a:lstStyle/>
        <a:p>
          <a:r>
            <a:rPr lang="en-US" sz="1600" b="1" dirty="0" smtClean="0"/>
            <a:t>TAKES PLACE AT TERMINUS REGION (</a:t>
          </a:r>
          <a:r>
            <a:rPr lang="en-US" sz="1600" b="1" dirty="0" err="1" smtClean="0"/>
            <a:t>Ter</a:t>
          </a:r>
          <a:r>
            <a:rPr lang="en-US" sz="1600" b="1" dirty="0" smtClean="0"/>
            <a:t>-site)</a:t>
          </a:r>
          <a:endParaRPr lang="en-US" sz="1600" b="1" dirty="0"/>
        </a:p>
      </dgm:t>
    </dgm:pt>
    <dgm:pt modelId="{59652095-B7F2-48BD-97FB-DF9142C28F50}" type="parTrans" cxnId="{D2FA7B82-066E-48D8-A45D-37B5B3E7E827}">
      <dgm:prSet/>
      <dgm:spPr/>
      <dgm:t>
        <a:bodyPr/>
        <a:lstStyle/>
        <a:p>
          <a:endParaRPr lang="en-US"/>
        </a:p>
      </dgm:t>
    </dgm:pt>
    <dgm:pt modelId="{0A4EBB89-FD03-4D35-AA9D-396626A1D3B2}" type="sibTrans" cxnId="{D2FA7B82-066E-48D8-A45D-37B5B3E7E827}">
      <dgm:prSet/>
      <dgm:spPr/>
      <dgm:t>
        <a:bodyPr/>
        <a:lstStyle/>
        <a:p>
          <a:endParaRPr lang="en-US"/>
        </a:p>
      </dgm:t>
    </dgm:pt>
    <dgm:pt modelId="{103C106F-1775-4F30-AD97-F3E506560659}">
      <dgm:prSet phldrT="[Text]" custT="1"/>
      <dgm:spPr/>
      <dgm:t>
        <a:bodyPr/>
        <a:lstStyle/>
        <a:p>
          <a:r>
            <a:rPr lang="en-US" sz="1600" b="1" dirty="0" smtClean="0"/>
            <a:t>CAPTURE OF HELICASE ENZYME (5’---&gt; 3’)</a:t>
          </a:r>
          <a:endParaRPr lang="en-US" sz="1600" b="1" dirty="0"/>
        </a:p>
      </dgm:t>
    </dgm:pt>
    <dgm:pt modelId="{1F4C5CDF-E95E-4817-B3D8-66346F8AC450}" type="parTrans" cxnId="{78E65D0E-D49C-4059-9713-74386A9C6D2F}">
      <dgm:prSet/>
      <dgm:spPr/>
      <dgm:t>
        <a:bodyPr/>
        <a:lstStyle/>
        <a:p>
          <a:endParaRPr lang="en-US"/>
        </a:p>
      </dgm:t>
    </dgm:pt>
    <dgm:pt modelId="{89BB0DAE-263F-4204-A025-5A425C950327}" type="sibTrans" cxnId="{78E65D0E-D49C-4059-9713-74386A9C6D2F}">
      <dgm:prSet/>
      <dgm:spPr/>
      <dgm:t>
        <a:bodyPr/>
        <a:lstStyle/>
        <a:p>
          <a:endParaRPr lang="en-US"/>
        </a:p>
      </dgm:t>
    </dgm:pt>
    <dgm:pt modelId="{BB2B08F0-4D96-460C-B1C0-88A0855E0C56}">
      <dgm:prSet phldrT="[Text]" custT="1"/>
      <dgm:spPr/>
      <dgm:t>
        <a:bodyPr/>
        <a:lstStyle/>
        <a:p>
          <a:r>
            <a:rPr lang="en-US" sz="1600" b="1" dirty="0" smtClean="0">
              <a:latin typeface="+mn-lt"/>
              <a:cs typeface="Times New Roman" pitchFamily="18" charset="0"/>
            </a:rPr>
            <a:t> CONVERSION OF OKAZAKI FRAGMENTS INTO CONTINUOUS STRAND</a:t>
          </a:r>
          <a:endParaRPr lang="en-US" sz="1600" b="1" dirty="0">
            <a:latin typeface="+mn-lt"/>
            <a:cs typeface="Times New Roman" pitchFamily="18" charset="0"/>
          </a:endParaRPr>
        </a:p>
      </dgm:t>
    </dgm:pt>
    <dgm:pt modelId="{22F119FE-13D9-42A0-B65C-540AAF1927FF}" type="parTrans" cxnId="{F1A2B5EE-9B35-4396-BCC2-60409857BE1B}">
      <dgm:prSet/>
      <dgm:spPr/>
      <dgm:t>
        <a:bodyPr/>
        <a:lstStyle/>
        <a:p>
          <a:endParaRPr lang="en-US"/>
        </a:p>
      </dgm:t>
    </dgm:pt>
    <dgm:pt modelId="{466A40C8-B1AE-407A-93F6-272C6A21318C}" type="sibTrans" cxnId="{F1A2B5EE-9B35-4396-BCC2-60409857BE1B}">
      <dgm:prSet/>
      <dgm:spPr/>
      <dgm:t>
        <a:bodyPr/>
        <a:lstStyle/>
        <a:p>
          <a:endParaRPr lang="en-US"/>
        </a:p>
      </dgm:t>
    </dgm:pt>
    <dgm:pt modelId="{81EF79D1-DEF7-4859-91FB-88E4F8185736}">
      <dgm:prSet phldrT="[Text]" custT="1"/>
      <dgm:spPr/>
      <dgm:t>
        <a:bodyPr/>
        <a:lstStyle/>
        <a:p>
          <a:r>
            <a:rPr lang="en-US" sz="1600" b="1" dirty="0" smtClean="0">
              <a:latin typeface="+mn-lt"/>
              <a:cs typeface="Times New Roman" pitchFamily="18" charset="0"/>
            </a:rPr>
            <a:t>FORMATION OF MULTIPLE PRIMERS ON LEADING AND LAGGING STRANDS</a:t>
          </a:r>
          <a:endParaRPr lang="en-US" sz="1600" b="1" dirty="0">
            <a:latin typeface="+mn-lt"/>
            <a:cs typeface="Times New Roman" pitchFamily="18" charset="0"/>
          </a:endParaRPr>
        </a:p>
      </dgm:t>
    </dgm:pt>
    <dgm:pt modelId="{17995765-5465-460B-9CCA-8C573208F1B7}" type="parTrans" cxnId="{260E0013-3939-40AC-8810-172B11EB8C26}">
      <dgm:prSet/>
      <dgm:spPr/>
      <dgm:t>
        <a:bodyPr/>
        <a:lstStyle/>
        <a:p>
          <a:endParaRPr lang="en-US"/>
        </a:p>
      </dgm:t>
    </dgm:pt>
    <dgm:pt modelId="{24F4593B-C739-421E-834F-5CED3C793E23}" type="sibTrans" cxnId="{260E0013-3939-40AC-8810-172B11EB8C26}">
      <dgm:prSet/>
      <dgm:spPr/>
      <dgm:t>
        <a:bodyPr/>
        <a:lstStyle/>
        <a:p>
          <a:endParaRPr lang="en-US"/>
        </a:p>
      </dgm:t>
    </dgm:pt>
    <dgm:pt modelId="{998CC178-A917-4FB0-9A8B-DF58A8DAD50A}">
      <dgm:prSet phldrT="[Text]"/>
      <dgm:spPr/>
      <dgm:t>
        <a:bodyPr/>
        <a:lstStyle/>
        <a:p>
          <a:endParaRPr lang="en-US" sz="1100" dirty="0"/>
        </a:p>
      </dgm:t>
    </dgm:pt>
    <dgm:pt modelId="{0F130C74-DBE8-48EC-B66F-758027BAF97C}" type="parTrans" cxnId="{C6FA42E0-9E16-42A6-8DB3-E2FF4FFA0085}">
      <dgm:prSet/>
      <dgm:spPr/>
      <dgm:t>
        <a:bodyPr/>
        <a:lstStyle/>
        <a:p>
          <a:endParaRPr lang="en-US"/>
        </a:p>
      </dgm:t>
    </dgm:pt>
    <dgm:pt modelId="{00894AF0-DD31-4B35-98ED-9BB7AF503A53}" type="sibTrans" cxnId="{C6FA42E0-9E16-42A6-8DB3-E2FF4FFA0085}">
      <dgm:prSet/>
      <dgm:spPr/>
      <dgm:t>
        <a:bodyPr/>
        <a:lstStyle/>
        <a:p>
          <a:endParaRPr lang="en-US"/>
        </a:p>
      </dgm:t>
    </dgm:pt>
    <dgm:pt modelId="{56E4CBC7-E08F-43BF-8F44-22C4B1363162}">
      <dgm:prSet phldrT="[Text]" custT="1"/>
      <dgm:spPr/>
      <dgm:t>
        <a:bodyPr/>
        <a:lstStyle/>
        <a:p>
          <a:r>
            <a:rPr lang="en-US" sz="1600" b="1" dirty="0" smtClean="0">
              <a:latin typeface="+mn-lt"/>
              <a:cs typeface="Times New Roman" pitchFamily="18" charset="0"/>
            </a:rPr>
            <a:t>PRESENCE AND USE OF SEVERAL ENZYMES</a:t>
          </a:r>
          <a:endParaRPr lang="en-US" sz="1600" b="1" dirty="0">
            <a:latin typeface="+mn-lt"/>
            <a:cs typeface="Times New Roman" pitchFamily="18" charset="0"/>
          </a:endParaRPr>
        </a:p>
      </dgm:t>
    </dgm:pt>
    <dgm:pt modelId="{CEDCA36C-D5E5-432B-A0CB-99ED1CBC30E4}" type="parTrans" cxnId="{62A49BF2-5590-404F-A746-9C46302FBDB0}">
      <dgm:prSet/>
      <dgm:spPr/>
      <dgm:t>
        <a:bodyPr/>
        <a:lstStyle/>
        <a:p>
          <a:endParaRPr lang="en-US"/>
        </a:p>
      </dgm:t>
    </dgm:pt>
    <dgm:pt modelId="{5F798F89-368A-45BB-ABFC-894D66198149}" type="sibTrans" cxnId="{62A49BF2-5590-404F-A746-9C46302FBDB0}">
      <dgm:prSet/>
      <dgm:spPr/>
      <dgm:t>
        <a:bodyPr/>
        <a:lstStyle/>
        <a:p>
          <a:endParaRPr lang="en-US"/>
        </a:p>
      </dgm:t>
    </dgm:pt>
    <dgm:pt modelId="{D1500347-3C46-4D0E-9C3C-F250FF52F16E}">
      <dgm:prSet phldrT="[Text]" custT="1"/>
      <dgm:spPr/>
      <dgm:t>
        <a:bodyPr/>
        <a:lstStyle/>
        <a:p>
          <a:endParaRPr lang="en-US" sz="1600" dirty="0">
            <a:latin typeface="+mn-lt"/>
          </a:endParaRPr>
        </a:p>
      </dgm:t>
    </dgm:pt>
    <dgm:pt modelId="{0E0B2E59-B70A-47B8-BA6E-7A0BA4DD1FA3}" type="parTrans" cxnId="{17517BB4-C62E-4BB5-91F7-95CB3242D9FC}">
      <dgm:prSet/>
      <dgm:spPr/>
      <dgm:t>
        <a:bodyPr/>
        <a:lstStyle/>
        <a:p>
          <a:endParaRPr lang="en-US"/>
        </a:p>
      </dgm:t>
    </dgm:pt>
    <dgm:pt modelId="{38806282-8AC6-4327-B523-14790D739F4C}" type="sibTrans" cxnId="{17517BB4-C62E-4BB5-91F7-95CB3242D9FC}">
      <dgm:prSet/>
      <dgm:spPr/>
      <dgm:t>
        <a:bodyPr/>
        <a:lstStyle/>
        <a:p>
          <a:endParaRPr lang="en-US"/>
        </a:p>
      </dgm:t>
    </dgm:pt>
    <dgm:pt modelId="{93F3CBE6-9C97-4E44-8EBF-66E33A740BC0}">
      <dgm:prSet phldrT="[Text]" custT="1"/>
      <dgm:spPr/>
      <dgm:t>
        <a:bodyPr/>
        <a:lstStyle/>
        <a:p>
          <a:r>
            <a:rPr lang="en-US" sz="1600" b="1" dirty="0" smtClean="0">
              <a:latin typeface="+mn-lt"/>
              <a:cs typeface="Times New Roman" pitchFamily="18" charset="0"/>
            </a:rPr>
            <a:t>DNA POLYMERASE ASSEMBLY REMAINS PROCESSIVE</a:t>
          </a:r>
          <a:endParaRPr lang="en-US" sz="1600" b="1" dirty="0">
            <a:latin typeface="+mn-lt"/>
            <a:cs typeface="Times New Roman" pitchFamily="18" charset="0"/>
          </a:endParaRPr>
        </a:p>
      </dgm:t>
    </dgm:pt>
    <dgm:pt modelId="{76E2A50F-BCFF-4CC0-8B20-09805AF2F3EA}" type="parTrans" cxnId="{B1CC1BA3-7627-4702-B98C-4EE6A19635C5}">
      <dgm:prSet/>
      <dgm:spPr/>
      <dgm:t>
        <a:bodyPr/>
        <a:lstStyle/>
        <a:p>
          <a:endParaRPr lang="en-US"/>
        </a:p>
      </dgm:t>
    </dgm:pt>
    <dgm:pt modelId="{EA9D5E01-0C26-44E1-AFAD-7774F26E5EC4}" type="sibTrans" cxnId="{B1CC1BA3-7627-4702-B98C-4EE6A19635C5}">
      <dgm:prSet/>
      <dgm:spPr/>
      <dgm:t>
        <a:bodyPr/>
        <a:lstStyle/>
        <a:p>
          <a:endParaRPr lang="en-US"/>
        </a:p>
      </dgm:t>
    </dgm:pt>
    <dgm:pt modelId="{A9A350A3-2349-4084-91F9-E92566256CC0}">
      <dgm:prSet phldrT="[Text]" custT="1"/>
      <dgm:spPr/>
      <dgm:t>
        <a:bodyPr/>
        <a:lstStyle/>
        <a:p>
          <a:r>
            <a:rPr lang="en-US" sz="1600" b="1" dirty="0" smtClean="0"/>
            <a:t> ELONGATION STOPS</a:t>
          </a:r>
          <a:endParaRPr lang="en-US" sz="1600" b="1" dirty="0"/>
        </a:p>
      </dgm:t>
    </dgm:pt>
    <dgm:pt modelId="{07B48599-59A7-46AF-9CF5-1C374385E4F6}" type="parTrans" cxnId="{92B6680A-79EA-4DB8-8794-21AE0E808D17}">
      <dgm:prSet/>
      <dgm:spPr/>
      <dgm:t>
        <a:bodyPr/>
        <a:lstStyle/>
        <a:p>
          <a:endParaRPr lang="en-US"/>
        </a:p>
      </dgm:t>
    </dgm:pt>
    <dgm:pt modelId="{C4F70A5B-5EEF-4F7E-B248-97165BA0CA46}" type="sibTrans" cxnId="{92B6680A-79EA-4DB8-8794-21AE0E808D17}">
      <dgm:prSet/>
      <dgm:spPr/>
      <dgm:t>
        <a:bodyPr/>
        <a:lstStyle/>
        <a:p>
          <a:endParaRPr lang="en-US"/>
        </a:p>
      </dgm:t>
    </dgm:pt>
    <dgm:pt modelId="{A8A968E7-F740-4EE5-9712-7D8485853D61}">
      <dgm:prSet phldrT="[Text]" custT="1"/>
      <dgm:spPr/>
      <dgm:t>
        <a:bodyPr/>
        <a:lstStyle/>
        <a:p>
          <a:r>
            <a:rPr lang="en-US" sz="1600" b="1" dirty="0" smtClean="0"/>
            <a:t>TWO REPLICATION FORK MEETS AT ONE POINT</a:t>
          </a:r>
          <a:endParaRPr lang="en-US" sz="1600" b="1" dirty="0"/>
        </a:p>
      </dgm:t>
    </dgm:pt>
    <dgm:pt modelId="{991BA269-D477-43BD-8DEA-BED706EB220E}" type="parTrans" cxnId="{BB5C5E68-EDDE-4075-B367-47E729239DE5}">
      <dgm:prSet/>
      <dgm:spPr/>
      <dgm:t>
        <a:bodyPr/>
        <a:lstStyle/>
        <a:p>
          <a:endParaRPr lang="en-US"/>
        </a:p>
      </dgm:t>
    </dgm:pt>
    <dgm:pt modelId="{B4104BE0-73A6-4173-B41C-1BD33395BA47}" type="sibTrans" cxnId="{BB5C5E68-EDDE-4075-B367-47E729239DE5}">
      <dgm:prSet/>
      <dgm:spPr/>
      <dgm:t>
        <a:bodyPr/>
        <a:lstStyle/>
        <a:p>
          <a:endParaRPr lang="en-US"/>
        </a:p>
      </dgm:t>
    </dgm:pt>
    <dgm:pt modelId="{6B4240B3-E838-43EC-AAF0-ABE24CB397E8}">
      <dgm:prSet phldrT="[Text]" custT="1"/>
      <dgm:spPr/>
      <dgm:t>
        <a:bodyPr/>
        <a:lstStyle/>
        <a:p>
          <a:r>
            <a:rPr lang="en-US" sz="1600" b="1" dirty="0" smtClean="0"/>
            <a:t>BINDING OF TERMINATING PROTEIN(enzyme)</a:t>
          </a:r>
          <a:endParaRPr lang="en-US" sz="1600" b="1" dirty="0"/>
        </a:p>
      </dgm:t>
    </dgm:pt>
    <dgm:pt modelId="{0598DE7F-3C92-4637-BF9F-1F387939CD82}" type="parTrans" cxnId="{29E44539-6BF4-452A-8510-0A0B15DF0953}">
      <dgm:prSet/>
      <dgm:spPr/>
      <dgm:t>
        <a:bodyPr/>
        <a:lstStyle/>
        <a:p>
          <a:endParaRPr lang="en-US"/>
        </a:p>
      </dgm:t>
    </dgm:pt>
    <dgm:pt modelId="{432965B4-7F99-474F-8146-7419D52C6AC3}" type="sibTrans" cxnId="{29E44539-6BF4-452A-8510-0A0B15DF0953}">
      <dgm:prSet/>
      <dgm:spPr/>
      <dgm:t>
        <a:bodyPr/>
        <a:lstStyle/>
        <a:p>
          <a:endParaRPr lang="en-US"/>
        </a:p>
      </dgm:t>
    </dgm:pt>
    <dgm:pt modelId="{2CB5316C-0B35-4234-BEED-A984937E2010}" type="pres">
      <dgm:prSet presAssocID="{77D26F9A-9D67-444D-8575-911C2F364E60}" presName="linearFlow" presStyleCnt="0">
        <dgm:presLayoutVars>
          <dgm:dir/>
          <dgm:animLvl val="lvl"/>
          <dgm:resizeHandles val="exact"/>
        </dgm:presLayoutVars>
      </dgm:prSet>
      <dgm:spPr/>
    </dgm:pt>
    <dgm:pt modelId="{8AAA6A90-85CE-4851-9DA2-D7FC9BAAE1E1}" type="pres">
      <dgm:prSet presAssocID="{6014B753-BB4B-4B0B-AB1C-CF770DA23701}" presName="composite" presStyleCnt="0"/>
      <dgm:spPr/>
    </dgm:pt>
    <dgm:pt modelId="{E98F329B-B355-49E4-92C1-3D40B40A3ED6}" type="pres">
      <dgm:prSet presAssocID="{6014B753-BB4B-4B0B-AB1C-CF770DA23701}" presName="parentText" presStyleLbl="alignNode1" presStyleIdx="0" presStyleCnt="3" custLinFactNeighborX="-5592" custLinFactNeighborY="252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3E2743-8A38-4FA2-A952-1ACC519F7821}" type="pres">
      <dgm:prSet presAssocID="{6014B753-BB4B-4B0B-AB1C-CF770DA23701}" presName="descendantText" presStyleLbl="alignAcc1" presStyleIdx="0" presStyleCnt="3" custScaleY="1137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3B55CB-A7AE-47CB-B85D-9C9F86B99AAF}" type="pres">
      <dgm:prSet presAssocID="{5C1D2E1C-8811-4014-99DD-C471E5D37830}" presName="sp" presStyleCnt="0"/>
      <dgm:spPr/>
    </dgm:pt>
    <dgm:pt modelId="{BB6FDB66-EFE9-4AB2-97FA-AD473946BF35}" type="pres">
      <dgm:prSet presAssocID="{9DFAAAD1-5018-44FB-99C2-0B0A1FFB2270}" presName="composite" presStyleCnt="0"/>
      <dgm:spPr/>
    </dgm:pt>
    <dgm:pt modelId="{79AC079D-5F91-4F66-B570-4959B19A5262}" type="pres">
      <dgm:prSet presAssocID="{9DFAAAD1-5018-44FB-99C2-0B0A1FFB2270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7B9A106-8446-49B5-84B3-A86C55529DD8}" type="pres">
      <dgm:prSet presAssocID="{9DFAAAD1-5018-44FB-99C2-0B0A1FFB2270}" presName="descendantText" presStyleLbl="alignAcc1" presStyleIdx="1" presStyleCnt="3" custScaleY="168809" custLinFactNeighborY="17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136BAE-600A-42E2-8C93-0D8AB2D6F85C}" type="pres">
      <dgm:prSet presAssocID="{A17C09B2-FA3C-4D79-9B70-FBC815880257}" presName="sp" presStyleCnt="0"/>
      <dgm:spPr/>
    </dgm:pt>
    <dgm:pt modelId="{C9CA9438-D226-478E-ACD3-5ED26EB565DC}" type="pres">
      <dgm:prSet presAssocID="{1B86AB58-E28A-432A-8671-FC1B956FF9FF}" presName="composite" presStyleCnt="0"/>
      <dgm:spPr/>
    </dgm:pt>
    <dgm:pt modelId="{0B35B1C2-3701-41C1-80E3-E602A521D988}" type="pres">
      <dgm:prSet presAssocID="{1B86AB58-E28A-432A-8671-FC1B956FF9F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AD1FE09-9E80-4E6B-9EBE-749D40E86B1A}" type="pres">
      <dgm:prSet presAssocID="{1B86AB58-E28A-432A-8671-FC1B956FF9FF}" presName="descendantText" presStyleLbl="alignAcc1" presStyleIdx="2" presStyleCnt="3" custScaleY="1855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BCD515-E15F-4C6B-A3C7-66C66C347261}" type="presOf" srcId="{BB2B08F0-4D96-460C-B1C0-88A0855E0C56}" destId="{27B9A106-8446-49B5-84B3-A86C55529DD8}" srcOrd="0" destOrd="3" presId="urn:microsoft.com/office/officeart/2005/8/layout/chevron2"/>
    <dgm:cxn modelId="{BEDACDAF-74EB-416B-9B84-2B92D4590DA2}" type="presOf" srcId="{56E4CBC7-E08F-43BF-8F44-22C4B1363162}" destId="{27B9A106-8446-49B5-84B3-A86C55529DD8}" srcOrd="0" destOrd="2" presId="urn:microsoft.com/office/officeart/2005/8/layout/chevron2"/>
    <dgm:cxn modelId="{F50AFFD4-3664-4D2D-872E-541FF8F898CC}" type="presOf" srcId="{1B86AB58-E28A-432A-8671-FC1B956FF9FF}" destId="{0B35B1C2-3701-41C1-80E3-E602A521D988}" srcOrd="0" destOrd="0" presId="urn:microsoft.com/office/officeart/2005/8/layout/chevron2"/>
    <dgm:cxn modelId="{C72A1372-7A9E-4961-A568-5B795C45AA67}" type="presOf" srcId="{93F3CBE6-9C97-4E44-8EBF-66E33A740BC0}" destId="{27B9A106-8446-49B5-84B3-A86C55529DD8}" srcOrd="0" destOrd="5" presId="urn:microsoft.com/office/officeart/2005/8/layout/chevron2"/>
    <dgm:cxn modelId="{21991C35-A436-4AC9-99D3-26772E626045}" type="presOf" srcId="{D1500347-3C46-4D0E-9C3C-F250FF52F16E}" destId="{27B9A106-8446-49B5-84B3-A86C55529DD8}" srcOrd="0" destOrd="6" presId="urn:microsoft.com/office/officeart/2005/8/layout/chevron2"/>
    <dgm:cxn modelId="{3EAA613F-BB6B-4C04-B2DD-BA45E33EC6DF}" type="presOf" srcId="{9DFAAAD1-5018-44FB-99C2-0B0A1FFB2270}" destId="{79AC079D-5F91-4F66-B570-4959B19A5262}" srcOrd="0" destOrd="0" presId="urn:microsoft.com/office/officeart/2005/8/layout/chevron2"/>
    <dgm:cxn modelId="{78E65D0E-D49C-4059-9713-74386A9C6D2F}" srcId="{6014B753-BB4B-4B0B-AB1C-CF770DA23701}" destId="{103C106F-1775-4F30-AD97-F3E506560659}" srcOrd="2" destOrd="0" parTransId="{1F4C5CDF-E95E-4817-B3D8-66346F8AC450}" sibTransId="{89BB0DAE-263F-4204-A025-5A425C950327}"/>
    <dgm:cxn modelId="{BB5C5E68-EDDE-4075-B367-47E729239DE5}" srcId="{1B86AB58-E28A-432A-8671-FC1B956FF9FF}" destId="{A8A968E7-F740-4EE5-9712-7D8485853D61}" srcOrd="1" destOrd="0" parTransId="{991BA269-D477-43BD-8DEA-BED706EB220E}" sibTransId="{B4104BE0-73A6-4173-B41C-1BD33395BA47}"/>
    <dgm:cxn modelId="{99360617-C3E2-46A2-BC40-1B0EEF585D7A}" type="presOf" srcId="{6B4240B3-E838-43EC-AAF0-ABE24CB397E8}" destId="{0AD1FE09-9E80-4E6B-9EBE-749D40E86B1A}" srcOrd="0" destOrd="2" presId="urn:microsoft.com/office/officeart/2005/8/layout/chevron2"/>
    <dgm:cxn modelId="{17B10C5E-9EF0-417F-9692-9B7D0601E566}" srcId="{77D26F9A-9D67-444D-8575-911C2F364E60}" destId="{1B86AB58-E28A-432A-8671-FC1B956FF9FF}" srcOrd="2" destOrd="0" parTransId="{4E940B45-0227-46EF-B538-1F4ED1DE9238}" sibTransId="{CF52EAB3-2937-4FAB-8F10-2E47FBF2D2DB}"/>
    <dgm:cxn modelId="{70241565-EB69-475E-A304-979995337E5C}" type="presOf" srcId="{2C854854-B06A-4AD1-AD14-E5CB7D2EB174}" destId="{033E2743-8A38-4FA2-A952-1ACC519F7821}" srcOrd="0" destOrd="0" presId="urn:microsoft.com/office/officeart/2005/8/layout/chevron2"/>
    <dgm:cxn modelId="{27B98270-809D-4202-B8AC-CB1D8477E0AB}" type="presOf" srcId="{998CC178-A917-4FB0-9A8B-DF58A8DAD50A}" destId="{27B9A106-8446-49B5-84B3-A86C55529DD8}" srcOrd="0" destOrd="0" presId="urn:microsoft.com/office/officeart/2005/8/layout/chevron2"/>
    <dgm:cxn modelId="{D2FA7B82-066E-48D8-A45D-37B5B3E7E827}" srcId="{1B86AB58-E28A-432A-8671-FC1B956FF9FF}" destId="{F8486938-BDC8-4ED5-BFD5-9EDAC83F0AA4}" srcOrd="0" destOrd="0" parTransId="{59652095-B7F2-48BD-97FB-DF9142C28F50}" sibTransId="{0A4EBB89-FD03-4D35-AA9D-396626A1D3B2}"/>
    <dgm:cxn modelId="{8B8C732F-06BD-4E6F-98AC-90025ED88DC7}" srcId="{6014B753-BB4B-4B0B-AB1C-CF770DA23701}" destId="{2C854854-B06A-4AD1-AD14-E5CB7D2EB174}" srcOrd="0" destOrd="0" parTransId="{0236D477-B197-40BE-BD45-AF9AA594846B}" sibTransId="{DEA7347F-BB5D-4DA4-B2A1-2166A9F91452}"/>
    <dgm:cxn modelId="{BA31A061-2EAD-4DAB-9A41-2AC738D3B974}" srcId="{77D26F9A-9D67-444D-8575-911C2F364E60}" destId="{9DFAAAD1-5018-44FB-99C2-0B0A1FFB2270}" srcOrd="1" destOrd="0" parTransId="{D9A07383-F4F6-41B5-B14D-CE90859ACD47}" sibTransId="{A17C09B2-FA3C-4D79-9B70-FBC815880257}"/>
    <dgm:cxn modelId="{29E44539-6BF4-452A-8510-0A0B15DF0953}" srcId="{1B86AB58-E28A-432A-8671-FC1B956FF9FF}" destId="{6B4240B3-E838-43EC-AAF0-ABE24CB397E8}" srcOrd="2" destOrd="0" parTransId="{0598DE7F-3C92-4637-BF9F-1F387939CD82}" sibTransId="{432965B4-7F99-474F-8146-7419D52C6AC3}"/>
    <dgm:cxn modelId="{1A1782ED-60D9-4FD6-B46A-009229D388D1}" type="presOf" srcId="{6014B753-BB4B-4B0B-AB1C-CF770DA23701}" destId="{E98F329B-B355-49E4-92C1-3D40B40A3ED6}" srcOrd="0" destOrd="0" presId="urn:microsoft.com/office/officeart/2005/8/layout/chevron2"/>
    <dgm:cxn modelId="{CB2D8871-4FD9-423C-B607-07B0E9B4002B}" type="presOf" srcId="{F8486938-BDC8-4ED5-BFD5-9EDAC83F0AA4}" destId="{0AD1FE09-9E80-4E6B-9EBE-749D40E86B1A}" srcOrd="0" destOrd="0" presId="urn:microsoft.com/office/officeart/2005/8/layout/chevron2"/>
    <dgm:cxn modelId="{6C8B39A4-F815-42E3-92D1-B96789E8ED64}" type="presOf" srcId="{F5C8E642-5A86-4BE0-BE49-EF656598D724}" destId="{033E2743-8A38-4FA2-A952-1ACC519F7821}" srcOrd="0" destOrd="1" presId="urn:microsoft.com/office/officeart/2005/8/layout/chevron2"/>
    <dgm:cxn modelId="{17517BB4-C62E-4BB5-91F7-95CB3242D9FC}" srcId="{9DFAAAD1-5018-44FB-99C2-0B0A1FFB2270}" destId="{D1500347-3C46-4D0E-9C3C-F250FF52F16E}" srcOrd="6" destOrd="0" parTransId="{0E0B2E59-B70A-47B8-BA6E-7A0BA4DD1FA3}" sibTransId="{38806282-8AC6-4327-B523-14790D739F4C}"/>
    <dgm:cxn modelId="{C6FA42E0-9E16-42A6-8DB3-E2FF4FFA0085}" srcId="{9DFAAAD1-5018-44FB-99C2-0B0A1FFB2270}" destId="{998CC178-A917-4FB0-9A8B-DF58A8DAD50A}" srcOrd="0" destOrd="0" parTransId="{0F130C74-DBE8-48EC-B66F-758027BAF97C}" sibTransId="{00894AF0-DD31-4B35-98ED-9BB7AF503A53}"/>
    <dgm:cxn modelId="{0ADD01B0-9AE6-4418-9D2F-250CE1F65A04}" type="presOf" srcId="{103C106F-1775-4F30-AD97-F3E506560659}" destId="{033E2743-8A38-4FA2-A952-1ACC519F7821}" srcOrd="0" destOrd="2" presId="urn:microsoft.com/office/officeart/2005/8/layout/chevron2"/>
    <dgm:cxn modelId="{3D8C0CF8-CF71-40BE-98F0-6A2A498A2247}" srcId="{9DFAAAD1-5018-44FB-99C2-0B0A1FFB2270}" destId="{D6CC790B-66FB-466A-811B-68D54296AB26}" srcOrd="1" destOrd="0" parTransId="{25190B33-6A42-46F6-A7E3-B9294217B383}" sibTransId="{44964934-4CBF-4C9A-B3D0-1B3B4501F080}"/>
    <dgm:cxn modelId="{62A49BF2-5590-404F-A746-9C46302FBDB0}" srcId="{9DFAAAD1-5018-44FB-99C2-0B0A1FFB2270}" destId="{56E4CBC7-E08F-43BF-8F44-22C4B1363162}" srcOrd="2" destOrd="0" parTransId="{CEDCA36C-D5E5-432B-A0CB-99ED1CBC30E4}" sibTransId="{5F798F89-368A-45BB-ABFC-894D66198149}"/>
    <dgm:cxn modelId="{F1A2B5EE-9B35-4396-BCC2-60409857BE1B}" srcId="{9DFAAAD1-5018-44FB-99C2-0B0A1FFB2270}" destId="{BB2B08F0-4D96-460C-B1C0-88A0855E0C56}" srcOrd="3" destOrd="0" parTransId="{22F119FE-13D9-42A0-B65C-540AAF1927FF}" sibTransId="{466A40C8-B1AE-407A-93F6-272C6A21318C}"/>
    <dgm:cxn modelId="{119CF0D4-AB1D-4256-A7FB-3C694DB5F4B2}" srcId="{6014B753-BB4B-4B0B-AB1C-CF770DA23701}" destId="{F5C8E642-5A86-4BE0-BE49-EF656598D724}" srcOrd="1" destOrd="0" parTransId="{62BF9F7B-A7AD-47FA-BE36-C401226EB0D7}" sibTransId="{E39C6FD7-6DF2-4D02-A760-3A4B3AFC35CE}"/>
    <dgm:cxn modelId="{541A0ABC-60B8-4A9E-A904-03DED7B8E3FD}" type="presOf" srcId="{D6CC790B-66FB-466A-811B-68D54296AB26}" destId="{27B9A106-8446-49B5-84B3-A86C55529DD8}" srcOrd="0" destOrd="1" presId="urn:microsoft.com/office/officeart/2005/8/layout/chevron2"/>
    <dgm:cxn modelId="{C35C8F31-4C85-439C-AFCF-36EED5C6C5E4}" type="presOf" srcId="{77D26F9A-9D67-444D-8575-911C2F364E60}" destId="{2CB5316C-0B35-4234-BEED-A984937E2010}" srcOrd="0" destOrd="0" presId="urn:microsoft.com/office/officeart/2005/8/layout/chevron2"/>
    <dgm:cxn modelId="{25B9A610-828D-4A1B-A5FD-95EFD8B6B8A3}" type="presOf" srcId="{81EF79D1-DEF7-4859-91FB-88E4F8185736}" destId="{27B9A106-8446-49B5-84B3-A86C55529DD8}" srcOrd="0" destOrd="4" presId="urn:microsoft.com/office/officeart/2005/8/layout/chevron2"/>
    <dgm:cxn modelId="{260E0013-3939-40AC-8810-172B11EB8C26}" srcId="{9DFAAAD1-5018-44FB-99C2-0B0A1FFB2270}" destId="{81EF79D1-DEF7-4859-91FB-88E4F8185736}" srcOrd="4" destOrd="0" parTransId="{17995765-5465-460B-9CCA-8C573208F1B7}" sibTransId="{24F4593B-C739-421E-834F-5CED3C793E23}"/>
    <dgm:cxn modelId="{E219ECF9-B116-432F-8F02-EAA4253366F8}" srcId="{77D26F9A-9D67-444D-8575-911C2F364E60}" destId="{6014B753-BB4B-4B0B-AB1C-CF770DA23701}" srcOrd="0" destOrd="0" parTransId="{85E73E7E-DBF9-428F-A2E7-660E8D8F3653}" sibTransId="{5C1D2E1C-8811-4014-99DD-C471E5D37830}"/>
    <dgm:cxn modelId="{93878B88-4603-4CB5-8876-04B6237DC028}" type="presOf" srcId="{A8A968E7-F740-4EE5-9712-7D8485853D61}" destId="{0AD1FE09-9E80-4E6B-9EBE-749D40E86B1A}" srcOrd="0" destOrd="1" presId="urn:microsoft.com/office/officeart/2005/8/layout/chevron2"/>
    <dgm:cxn modelId="{92B6680A-79EA-4DB8-8794-21AE0E808D17}" srcId="{1B86AB58-E28A-432A-8671-FC1B956FF9FF}" destId="{A9A350A3-2349-4084-91F9-E92566256CC0}" srcOrd="3" destOrd="0" parTransId="{07B48599-59A7-46AF-9CF5-1C374385E4F6}" sibTransId="{C4F70A5B-5EEF-4F7E-B248-97165BA0CA46}"/>
    <dgm:cxn modelId="{934D84EA-E879-4C03-AA0B-352E0CBD4CC8}" type="presOf" srcId="{A9A350A3-2349-4084-91F9-E92566256CC0}" destId="{0AD1FE09-9E80-4E6B-9EBE-749D40E86B1A}" srcOrd="0" destOrd="3" presId="urn:microsoft.com/office/officeart/2005/8/layout/chevron2"/>
    <dgm:cxn modelId="{B1CC1BA3-7627-4702-B98C-4EE6A19635C5}" srcId="{9DFAAAD1-5018-44FB-99C2-0B0A1FFB2270}" destId="{93F3CBE6-9C97-4E44-8EBF-66E33A740BC0}" srcOrd="5" destOrd="0" parTransId="{76E2A50F-BCFF-4CC0-8B20-09805AF2F3EA}" sibTransId="{EA9D5E01-0C26-44E1-AFAD-7774F26E5EC4}"/>
    <dgm:cxn modelId="{FBEC7BAE-F017-46B2-A6DC-1110B9FD01A9}" type="presParOf" srcId="{2CB5316C-0B35-4234-BEED-A984937E2010}" destId="{8AAA6A90-85CE-4851-9DA2-D7FC9BAAE1E1}" srcOrd="0" destOrd="0" presId="urn:microsoft.com/office/officeart/2005/8/layout/chevron2"/>
    <dgm:cxn modelId="{CAE18F63-7C8A-4E9C-B85D-8256B3DCF59C}" type="presParOf" srcId="{8AAA6A90-85CE-4851-9DA2-D7FC9BAAE1E1}" destId="{E98F329B-B355-49E4-92C1-3D40B40A3ED6}" srcOrd="0" destOrd="0" presId="urn:microsoft.com/office/officeart/2005/8/layout/chevron2"/>
    <dgm:cxn modelId="{6632AA8A-C80E-4A7A-9381-BBF6D50754E3}" type="presParOf" srcId="{8AAA6A90-85CE-4851-9DA2-D7FC9BAAE1E1}" destId="{033E2743-8A38-4FA2-A952-1ACC519F7821}" srcOrd="1" destOrd="0" presId="urn:microsoft.com/office/officeart/2005/8/layout/chevron2"/>
    <dgm:cxn modelId="{0E640060-0EE2-4D4B-8FD6-D2842DA98489}" type="presParOf" srcId="{2CB5316C-0B35-4234-BEED-A984937E2010}" destId="{543B55CB-A7AE-47CB-B85D-9C9F86B99AAF}" srcOrd="1" destOrd="0" presId="urn:microsoft.com/office/officeart/2005/8/layout/chevron2"/>
    <dgm:cxn modelId="{3F442124-E45B-418F-8117-9A483162B668}" type="presParOf" srcId="{2CB5316C-0B35-4234-BEED-A984937E2010}" destId="{BB6FDB66-EFE9-4AB2-97FA-AD473946BF35}" srcOrd="2" destOrd="0" presId="urn:microsoft.com/office/officeart/2005/8/layout/chevron2"/>
    <dgm:cxn modelId="{E8583E40-DC9A-4568-9A11-6A5F8E26825B}" type="presParOf" srcId="{BB6FDB66-EFE9-4AB2-97FA-AD473946BF35}" destId="{79AC079D-5F91-4F66-B570-4959B19A5262}" srcOrd="0" destOrd="0" presId="urn:microsoft.com/office/officeart/2005/8/layout/chevron2"/>
    <dgm:cxn modelId="{9B8C1D35-6CDF-4272-B115-A4439F0BD293}" type="presParOf" srcId="{BB6FDB66-EFE9-4AB2-97FA-AD473946BF35}" destId="{27B9A106-8446-49B5-84B3-A86C55529DD8}" srcOrd="1" destOrd="0" presId="urn:microsoft.com/office/officeart/2005/8/layout/chevron2"/>
    <dgm:cxn modelId="{E8B496D4-A0AD-4398-94B9-CFB45EC3CC99}" type="presParOf" srcId="{2CB5316C-0B35-4234-BEED-A984937E2010}" destId="{8E136BAE-600A-42E2-8C93-0D8AB2D6F85C}" srcOrd="3" destOrd="0" presId="urn:microsoft.com/office/officeart/2005/8/layout/chevron2"/>
    <dgm:cxn modelId="{3E79821E-9C44-468D-A403-6B8E3945E823}" type="presParOf" srcId="{2CB5316C-0B35-4234-BEED-A984937E2010}" destId="{C9CA9438-D226-478E-ACD3-5ED26EB565DC}" srcOrd="4" destOrd="0" presId="urn:microsoft.com/office/officeart/2005/8/layout/chevron2"/>
    <dgm:cxn modelId="{7D2B1EB1-29F0-48F7-BBE7-10165B35DC66}" type="presParOf" srcId="{C9CA9438-D226-478E-ACD3-5ED26EB565DC}" destId="{0B35B1C2-3701-41C1-80E3-E602A521D988}" srcOrd="0" destOrd="0" presId="urn:microsoft.com/office/officeart/2005/8/layout/chevron2"/>
    <dgm:cxn modelId="{6C47EC09-7D72-4AC6-9763-0753E2DB581F}" type="presParOf" srcId="{C9CA9438-D226-478E-ACD3-5ED26EB565DC}" destId="{0AD1FE09-9E80-4E6B-9EBE-749D40E86B1A}" srcOrd="1" destOrd="0" presId="urn:microsoft.com/office/officeart/2005/8/layout/chevron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D1AB3-F6A7-4D32-A89B-5FAC28C237C9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56B08-B198-48F9-87CC-E50D1398A8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BC5D9-4AE3-4450-A84F-87878BD58F21}" type="datetimeFigureOut">
              <a:rPr lang="en-US" smtClean="0"/>
              <a:pPr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E15C2-2EA6-4DAF-B0E5-4209F3EF1D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s.lumenlearning.com/microbiology/chapter/dna-replication/chapter/unique-characteristics-of-prokaryotic-cell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mailto:khare.pushpanjali2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240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DNA-REPLICATION  IN  PROKARYOTES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  <a:noFill/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Study Material for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B.Sc. Part II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Botany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Paper IV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Dr. Pushpanjali Khare</a:t>
            </a:r>
          </a:p>
          <a:p>
            <a:pPr algn="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Sr.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Asstt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Professor &amp;</a:t>
            </a:r>
          </a:p>
          <a:p>
            <a:pPr algn="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Head,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Deptt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of Botany</a:t>
            </a:r>
          </a:p>
          <a:p>
            <a:pPr algn="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MMC (PU)</a:t>
            </a:r>
          </a:p>
          <a:p>
            <a:pPr algn="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Patna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FFFF00"/>
          </a:solidFill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  <a:noFill/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eplication is an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Autocatalytic function”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DNA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been studied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detail by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Messelson and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Stahl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 of replication in DNA is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SEMICONSERVATIVE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are various factors involved in the replication of DNA, among which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ENZYMES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play a major role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DNA replication takes place in Prokaryotes as well as Eukaryotes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models of DNA replication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been given to understand the process of Replication in Prokaryotes and Eukaryotes separately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replication takes place in several steps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Initiation, Elongation and Termination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Prokaryotes replication of DNA is bidirectional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2800" b="1" dirty="0" smtClean="0"/>
              <a:t>ENZYMES AND THEIR FUNCTION: USED IN DNA REPLICATION</a:t>
            </a:r>
            <a:endParaRPr lang="en-US" sz="2800" b="1" dirty="0"/>
          </a:p>
        </p:txBody>
      </p:sp>
      <p:pic>
        <p:nvPicPr>
          <p:cNvPr id="1026" name="Picture 2" descr="C:\Users\Sony Vaio\Documents\DNA Replication _ Boundless Biology_files\table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9144000" cy="5562600"/>
          </a:xfrm>
          <a:prstGeom prst="rect">
            <a:avLst/>
          </a:prstGeom>
          <a:solidFill>
            <a:srgbClr val="FFFF00"/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 descr="C:\Users\Sony Vaio\Downloads\dna-replication-in-eukaryotes-and-prokaryotes-57-638 (1)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-228600"/>
            <a:ext cx="9144000" cy="1219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 OF DNA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I: EXONUCLEASE ACTIVITY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Break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down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of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polynucleotide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sequence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C:\Users\Sony Vaio\Downloads\dna-replication-in-eukaryotes-and-prokaryotes-36-638 (1)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 OF DNA </a:t>
            </a:r>
            <a:r>
              <a:rPr lang="en-US" sz="2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REPAIR 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9144000" cy="76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2" descr="C:\Users\Sony Vaio\Downloads\dna-replication-in-eukaryotes-and-prokaryotes-37-63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572000" cy="6858000"/>
          </a:xfrm>
          <a:prstGeom prst="rect">
            <a:avLst/>
          </a:prstGeom>
          <a:noFill/>
        </p:spPr>
      </p:pic>
      <p:pic>
        <p:nvPicPr>
          <p:cNvPr id="7170" name="Picture 2" descr="C:\Users\Sony Vaio\Downloads\dna-replication-in-eukaryotes-and-prokaryotes-38-638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19601" y="0"/>
            <a:ext cx="4724400" cy="6857999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0"/>
            <a:ext cx="4343400" cy="1219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DNA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III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24400" y="0"/>
            <a:ext cx="4419600" cy="1143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STRUCTURE OF DNA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III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324600"/>
            <a:ext cx="9144000" cy="533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676399"/>
          </a:xfrm>
          <a:solidFill>
            <a:srgbClr val="FFC000"/>
          </a:solidFill>
        </p:spPr>
        <p:txBody>
          <a:bodyPr/>
          <a:lstStyle/>
          <a:p>
            <a:r>
              <a:rPr lang="en-US" dirty="0" smtClean="0"/>
              <a:t>DNA REPLICATION IN PROKARYOTES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9144000" cy="3810000"/>
          </a:xfrm>
          <a:solidFill>
            <a:srgbClr val="002060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22530" name="Picture 2" descr="C:\Users\Sony Vaio\Downloads\dna-replication-in-prokaryotes-6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76400"/>
            <a:ext cx="9144000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STEPS OF DNA-REPLICATION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0" y="1397000"/>
          <a:ext cx="8991600" cy="546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  <a:solidFill>
            <a:srgbClr val="FFFF00"/>
          </a:solidFill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INITIATION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lvl="0" algn="just" fontAlgn="base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DNA replication begins from origin. In E coli, replication origin is called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consists of 245 base pair and contains DNA sequences that are highly conserved among bacterial replication origin. Two types of conserved sequences are found at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three repeats of 13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(GATRCTNTTNTTTT) and four/five repeats of 9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(TTATCCACA) called 13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9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respectively.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67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685800"/>
            <a:ext cx="9144000" cy="4114800"/>
          </a:xfrm>
        </p:spPr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5334000"/>
            <a:ext cx="9144000" cy="15240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Dna A is replication initiation protein /factor in prokaryotes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Dna C loading factor for helicase B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Sony Vaio\Downloads\dna-replication-in-eukaryotes-and-prokaryotes-64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410199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PRE-PRIMING COMPLEX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5-Point Star 6"/>
          <p:cNvSpPr/>
          <p:nvPr/>
        </p:nvSpPr>
        <p:spPr>
          <a:xfrm>
            <a:off x="7848600" y="4495800"/>
            <a:ext cx="914400" cy="914400"/>
          </a:xfrm>
          <a:prstGeom prst="star5">
            <a:avLst>
              <a:gd name="adj" fmla="val 9505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 descr="C:\Users\Sony Vaio\Downloads\dna-replication-in-prokaryotes-8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FORMATION OF REPLICATION FORK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MECHANISM OF INITIATION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http://www.onlinebiologynotes.com/wp-content/uploads/2017/06/initiation-prokaryotes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C:\Users\Sony Vaio\Downloads\dna-replication-in-eukaryotes-and-prokaryotes-65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ELONGATION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noFill/>
        </p:spPr>
        <p:txBody>
          <a:bodyPr>
            <a:noAutofit/>
          </a:bodyPr>
          <a:lstStyle/>
          <a:p>
            <a:pPr lvl="0" algn="just" fontAlgn="base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complexicity lies in the co-ordination of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leading and lagging strand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synthesis. Both the strand are synthesized by a single DNA polymerase III dimer which accomplished the looping of template DNA of lagging strand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synthesizing Okazaki fragments.</a:t>
            </a:r>
          </a:p>
          <a:p>
            <a:pPr lvl="0" algn="just" fontAlgn="base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Helicase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DNA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 and primase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(DNA C)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constitute a functional unit within replication complex called 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primosome complex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DNA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III use one set of core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sub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unit (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Core polymerase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 to synthesize leading strand and other set of core sub unit to synthesize lagging strand.</a:t>
            </a:r>
          </a:p>
          <a:p>
            <a:pPr lvl="0" algn="just"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 elongation steps,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helicase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front of primase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III, unwind the DNA at the replication fork and travel along lagging strand template along 5’-3’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so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replication can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Lagging strand synthesis is not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complete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until the RNA primer has been removed and the gap between adjacent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Okazaki fragments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sealed</a:t>
            </a:r>
          </a:p>
          <a:p>
            <a:pPr lvl="0" algn="just"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RNA primer are removed by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exonuclease activity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(5’-3’) of DNA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-I and replaced by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DNA</a:t>
            </a:r>
          </a:p>
          <a:p>
            <a:pPr lvl="0" algn="just"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gap is then sealed by DNA ligase using NAD as co-factor</a:t>
            </a:r>
          </a:p>
          <a:p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C:\Users\Sony Vaio\Downloads\dna-replication-in-eukaryotes-and-prokaryotes-67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PRIMOSOME COMPLEX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lvl="0" algn="just" fontAlgn="base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leading and lagging strand are synthesized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o-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ordinately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simultaneously by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complex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protein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moving in 5’-3’ direction. In this way both leading and lagging strand can be replicated at same time by a complex protein that move in same direction.</a:t>
            </a:r>
          </a:p>
          <a:p>
            <a:pPr lvl="0" algn="just" fontAlgn="base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so often the lagging strands must dissociate from the replicosome and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reposition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itself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5562600"/>
            <a:ext cx="9144000" cy="1295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FFFF00"/>
          </a:solidFill>
        </p:spPr>
        <p:txBody>
          <a:bodyPr/>
          <a:lstStyle/>
          <a:p>
            <a:pPr algn="l"/>
            <a:r>
              <a:rPr lang="en-US" sz="3200" b="1" dirty="0" smtClean="0"/>
              <a:t>ELONGATION</a:t>
            </a:r>
            <a:endParaRPr lang="en-US" sz="3200" b="1" dirty="0"/>
          </a:p>
        </p:txBody>
      </p:sp>
      <p:pic>
        <p:nvPicPr>
          <p:cNvPr id="4" name="Content Placeholder 3" descr="http://www.onlinebiologynotes.com/wp-content/uploads/2017/06/DNA-replication-elongation.pn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57554"/>
            <a:ext cx="8229600" cy="321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C:\Users\Sony Vaio\Downloads\dna-replication-in-eukaryotes-and-prokaryotes-69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Sony Vaio\Documents\6645d46c_151a22e0018__8000_00017762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905000" y="6172200"/>
            <a:ext cx="4876800" cy="533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OVERALL DIRECTION OF REPLICATION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 descr="C:\Users\Sony Vaio\Downloads\dna-replication-in-prokaryotes-13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CHAIN ELONGATION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l"/>
            <a:r>
              <a:rPr lang="en-US" sz="2400" b="1" dirty="0" smtClean="0"/>
              <a:t>MECHANISM OF SYNTHESIS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5410200"/>
          </a:xfrm>
        </p:spPr>
        <p:txBody>
          <a:bodyPr>
            <a:noAutofit/>
          </a:bodyPr>
          <a:lstStyle/>
          <a:p>
            <a:pPr lvl="0" fontAlgn="base">
              <a:buNone/>
            </a:pPr>
            <a:endParaRPr lang="en-US" sz="2000" b="1" u="sng" dirty="0" smtClean="0"/>
          </a:p>
          <a:p>
            <a:pPr lvl="0" fontAlgn="base"/>
            <a:r>
              <a:rPr lang="en-US" sz="2000" b="1" u="sng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. Leading strand synthesis: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Leading strand synthesis is more a straight forward process which begins with the synthesis of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RNA primer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primase at replication origin.</a:t>
            </a:r>
          </a:p>
          <a:p>
            <a:pPr lvl="0"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DNA polymerase III then adds the nucleotides at 3’end. The leading strand synthesis then proceed continuously keeping pace with unwinding of replication fork until it encounter the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termination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sequences (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0" fontAlgn="base"/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ii. Lagging strand synthesis: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lagging strand synthesized in short fragments called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Okazaki fragments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At first RNA primer is synthesized by primase and as in leading strand DNA polymerase III binds to RNA primer and adds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Dntps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C:\Users\Sony Vaio\Downloads\dna-replication-in-prokaryotes-14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240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Mechanism of Lagging strand synthesis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4" name="Picture 3" descr="http://www.onlinebiologynotes.com/wp-content/uploads/2017/06/initiation-complex-prokaryotes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28800"/>
            <a:ext cx="9143999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 descr="C:\Users\Sony Vaio\Downloads\dna-replication-in-prokaryotes-15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PROOF READING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C:\Users\Sony Vaio\Downloads\dna-replication-in-eukaryotes-and-prokaryotes-74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TERMINATION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6" name="Picture 2" descr="C:\Users\Sony Vaio\Downloads\dna-replication-in-prokaryotes-17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EXCISION OF RNA-PRIMERS AND LIGATION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FFFF00"/>
          </a:solidFill>
        </p:spPr>
        <p:txBody>
          <a:bodyPr/>
          <a:lstStyle/>
          <a:p>
            <a:pPr algn="l"/>
            <a:r>
              <a:rPr lang="en-US" dirty="0" smtClean="0"/>
              <a:t>TERMINATION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  <a:noFill/>
        </p:spPr>
        <p:txBody>
          <a:bodyPr>
            <a:normAutofit fontScale="62500" lnSpcReduction="20000"/>
          </a:bodyPr>
          <a:lstStyle/>
          <a:p>
            <a:pPr fontAlgn="base"/>
            <a:endParaRPr lang="en-US" b="1" dirty="0" smtClean="0"/>
          </a:p>
          <a:p>
            <a:pPr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Eventually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two replication fork of circular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E. coli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chromosome meet at termination recognizing sequences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sequence of 23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arranged on the chromosome to create trap that the replication fork can enter but cannot leave.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-sequences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 as binding site for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TUS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protein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-TUS complex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can arrest the replication fork from only one direction.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-TUS complex encounter first with either of the replication fork and halt it. The other opposing replication fork halted when it collide with the first one. This seems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-TUS sequences is not essential for termination but it may prevents over replication by one fork if other is delayed or halted by a damage or some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obstacle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either of the fork encounter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-TUS complex, replication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halted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Final few hundred bases of DNA between these large protein complexes are replicated by not yet known mechanism forming two interlinked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cataneted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chromosome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E. coli DNA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topoisomerase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IV (type II) cut the two strand of one circular DNA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segrate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each of the circular DNA and finally join the strand. The DNA finally transfer to two daughter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cell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Sony Vaio\Downloads\dna-replication-in-prokaryotes-18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ROLLING-CIRCLE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MODE OF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REPLICATION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PROKARYOTES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 fontScale="25000" lnSpcReduction="20000"/>
          </a:bodyPr>
          <a:lstStyle/>
          <a:p>
            <a:pPr algn="just" fontAlgn="base"/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Bacterial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plasmids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n-US" sz="8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Unique Characteristics of Prokaryotic Cells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) replicate by a process similar to that used to copy the bacterial chromosome, other plasmids, several 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bacteriophages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, and some 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viruses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 of eukaryotes use 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rolling circle mode of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replication</a:t>
            </a:r>
          </a:p>
          <a:p>
            <a:pPr algn="just" fontAlgn="base"/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The circular nature of plasmids and the circularization of some viral genomes on infection make this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possible</a:t>
            </a:r>
          </a:p>
          <a:p>
            <a:pPr algn="just" fontAlgn="base"/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Rolling circle replication begins with the enzymatic nicking of one strand of the double-stranded circular molecule at the 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double-stranded origin (dso)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site</a:t>
            </a:r>
          </a:p>
          <a:p>
            <a:pPr algn="just" fontAlgn="base"/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In bacteria, DNA polymerase III binds to the 3′-OH group of the nicked strand and begins to replicate unidirectionaly, using the un-nicked strand as a template, displacing the nicked strand as it does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so</a:t>
            </a:r>
          </a:p>
          <a:p>
            <a:pPr algn="just" fontAlgn="base"/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Completion of DNA replication at the site of the original nick results in full displacement of the nicked strand, which may then recircularize into a single-stranded DNA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molecule</a:t>
            </a:r>
          </a:p>
          <a:p>
            <a:pPr algn="just" fontAlgn="base"/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RNA primase then synthesizes a primer to initiate DNA replication at the 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single-stranded origin (</a:t>
            </a:r>
            <a:r>
              <a:rPr lang="en-US" sz="8000" b="1" dirty="0" err="1" smtClean="0">
                <a:latin typeface="Times New Roman" pitchFamily="18" charset="0"/>
                <a:cs typeface="Times New Roman" pitchFamily="18" charset="0"/>
              </a:rPr>
              <a:t>sso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) site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 of the single-stranded DNA (</a:t>
            </a:r>
            <a:r>
              <a:rPr lang="en-US" sz="80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) molecule, resulting in a double-stranded DNA (dsDNA) molecule identical to the other circular DNA molecule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Sony Vaio\Downloads\dna-replication-in-eukaryotes-and-prokaryotes-21-6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7620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REPLICATION IN PROKARYOTES: </a:t>
            </a:r>
            <a:r>
              <a:rPr lang="el-GR" sz="2800" b="1" dirty="0" smtClean="0">
                <a:solidFill>
                  <a:schemeClr val="tx1"/>
                </a:solidFill>
              </a:rPr>
              <a:t>θ</a:t>
            </a:r>
            <a:r>
              <a:rPr lang="en-US" sz="2800" b="1" dirty="0" smtClean="0">
                <a:solidFill>
                  <a:schemeClr val="tx1"/>
                </a:solidFill>
              </a:rPr>
              <a:t> REPLICATION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Sony Vaio\Documents\OSC_Microbio_11_02_RollCircle (1)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5867400"/>
            <a:ext cx="6019800" cy="990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Diagram: Showing Rolling circle mode of DNA replication in Prokaryotes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Sony Vaio\Documents\DNA-relpication-termination-in-prokaryotes-1024x457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362200" y="6400800"/>
            <a:ext cx="44958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Ref:  Pearson’s /Benjamin, Cummings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DNA- REPLICATION IN PROKARYOTES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  <a:noFill/>
        </p:spPr>
        <p:txBody>
          <a:bodyPr/>
          <a:lstStyle/>
          <a:p>
            <a:endParaRPr lang="en-US" dirty="0" smtClean="0"/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Students are requested to share their queries on Whatsapp group: MMC Botany (D2) </a:t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OR</a:t>
            </a:r>
            <a:b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b="1" dirty="0" smtClean="0"/>
          </a:p>
          <a:p>
            <a:r>
              <a:rPr lang="en-US" sz="2400" b="1" dirty="0" smtClean="0"/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khare.pushpanjali2@gmail.com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OR</a:t>
            </a:r>
            <a:b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#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9708063491</a:t>
            </a:r>
          </a:p>
          <a:p>
            <a:endParaRPr lang="en-US" sz="2400" b="1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816</Words>
  <Application>Microsoft Office PowerPoint</Application>
  <PresentationFormat>On-screen Show (4:3)</PresentationFormat>
  <Paragraphs>113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DNA-REPLICATION  IN  PROKARYOTES</vt:lpstr>
      <vt:lpstr>INTRODUCTION</vt:lpstr>
      <vt:lpstr>ENZYMES AND THEIR FUNCTION: USED IN DNA REPLICATION</vt:lpstr>
      <vt:lpstr>Slide 4</vt:lpstr>
      <vt:lpstr>Slide 5</vt:lpstr>
      <vt:lpstr>Slide 6</vt:lpstr>
      <vt:lpstr>DNA REPLICATION IN PROKARYOTES</vt:lpstr>
      <vt:lpstr>STEPS OF DNA-REPLICATION </vt:lpstr>
      <vt:lpstr>INITIATION</vt:lpstr>
      <vt:lpstr>Slide 10</vt:lpstr>
      <vt:lpstr>Slide 11</vt:lpstr>
      <vt:lpstr>MECHANISM OF INITIATION</vt:lpstr>
      <vt:lpstr>Slide 13</vt:lpstr>
      <vt:lpstr>Slide 14</vt:lpstr>
      <vt:lpstr>Slide 15</vt:lpstr>
      <vt:lpstr>Slide 16</vt:lpstr>
      <vt:lpstr>ELONGATION</vt:lpstr>
      <vt:lpstr>Slide 18</vt:lpstr>
      <vt:lpstr>Slide 19</vt:lpstr>
      <vt:lpstr>Slide 20</vt:lpstr>
      <vt:lpstr>MECHANISM OF SYNTHESIS</vt:lpstr>
      <vt:lpstr>Slide 22</vt:lpstr>
      <vt:lpstr>Mechanism of Lagging strand synthesis</vt:lpstr>
      <vt:lpstr>Slide 24</vt:lpstr>
      <vt:lpstr>Slide 25</vt:lpstr>
      <vt:lpstr>Slide 26</vt:lpstr>
      <vt:lpstr>TERMINATION</vt:lpstr>
      <vt:lpstr>Slide 28</vt:lpstr>
      <vt:lpstr> ROLLING-CIRCLE MODE OF REPLICATION IN PROKARYOTES </vt:lpstr>
      <vt:lpstr>Slide 30</vt:lpstr>
      <vt:lpstr>Slide 31</vt:lpstr>
      <vt:lpstr>Slide 32</vt:lpstr>
      <vt:lpstr>DNA- REPLICATION IN PROKARYOTES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REPLICATION IN PROKARYOTES</dc:title>
  <dc:creator>Sony Vaio</dc:creator>
  <cp:lastModifiedBy>Sony Vaio</cp:lastModifiedBy>
  <cp:revision>163</cp:revision>
  <dcterms:created xsi:type="dcterms:W3CDTF">2018-08-06T14:16:27Z</dcterms:created>
  <dcterms:modified xsi:type="dcterms:W3CDTF">2020-04-30T20:07:40Z</dcterms:modified>
</cp:coreProperties>
</file>