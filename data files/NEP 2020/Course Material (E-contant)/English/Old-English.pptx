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3"/>
  </p:notesMasterIdLst>
  <p:sldIdLst>
    <p:sldId id="256" r:id="rId2"/>
    <p:sldId id="280" r:id="rId3"/>
    <p:sldId id="259" r:id="rId4"/>
    <p:sldId id="257" r:id="rId5"/>
    <p:sldId id="258" r:id="rId6"/>
    <p:sldId id="276" r:id="rId7"/>
    <p:sldId id="260" r:id="rId8"/>
    <p:sldId id="261" r:id="rId9"/>
    <p:sldId id="262" r:id="rId10"/>
    <p:sldId id="263" r:id="rId11"/>
    <p:sldId id="266" r:id="rId12"/>
    <p:sldId id="267" r:id="rId13"/>
    <p:sldId id="270" r:id="rId14"/>
    <p:sldId id="268" r:id="rId15"/>
    <p:sldId id="272" r:id="rId16"/>
    <p:sldId id="273" r:id="rId17"/>
    <p:sldId id="278" r:id="rId18"/>
    <p:sldId id="269" r:id="rId19"/>
    <p:sldId id="271" r:id="rId20"/>
    <p:sldId id="274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38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9103C-0DC1-4B71-A5A2-2524DA2CC5CA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2CA80-AFCB-47A3-9BEE-AC92B6E345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2CA80-AFCB-47A3-9BEE-AC92B6E345C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E2CA80-AFCB-47A3-9BEE-AC92B6E345C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ransition>
    <p:wedg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1066800" y="3890664"/>
            <a:ext cx="7848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 </a:t>
            </a:r>
            <a:endParaRPr lang="en-US" sz="54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05000" y="914400"/>
            <a:ext cx="6240811" cy="572464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Old English </a:t>
            </a:r>
          </a:p>
          <a:p>
            <a:pPr algn="ctr"/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&amp;</a:t>
            </a:r>
          </a:p>
          <a:p>
            <a:pPr algn="ctr"/>
            <a:r>
              <a:rPr lang="en-U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Middle </a:t>
            </a:r>
            <a:r>
              <a:rPr lang="en-U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English</a:t>
            </a:r>
          </a:p>
          <a:p>
            <a:pPr algn="ctr"/>
            <a:endParaRPr lang="en-US" sz="5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- </a:t>
            </a:r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Dr. </a:t>
            </a:r>
            <a:r>
              <a:rPr lang="en-US" sz="2400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Archana</a:t>
            </a:r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sz="2400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Jaiswal</a:t>
            </a:r>
            <a:endParaRPr lang="en-US" sz="2400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Associate Professor</a:t>
            </a:r>
          </a:p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Department of English</a:t>
            </a:r>
          </a:p>
          <a:p>
            <a:pPr algn="ctr"/>
            <a:r>
              <a:rPr lang="en-US" sz="2400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Magadh</a:t>
            </a:r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sz="2400" b="1" cap="all" spc="0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Mahila</a:t>
            </a:r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College</a:t>
            </a:r>
            <a:endParaRPr lang="en-US" sz="2400" b="1" cap="all" spc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endParaRPr lang="en-U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Content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Old English Period</a:t>
            </a:r>
          </a:p>
          <a:p>
            <a:r>
              <a:rPr lang="en-US" dirty="0" smtClean="0"/>
              <a:t>Old English Dialects</a:t>
            </a:r>
          </a:p>
          <a:p>
            <a:r>
              <a:rPr lang="en-US" dirty="0" smtClean="0"/>
              <a:t>Grammatical Changes in Old English Period.</a:t>
            </a:r>
          </a:p>
          <a:p>
            <a:r>
              <a:rPr lang="en-US" dirty="0" smtClean="0"/>
              <a:t>Middle English Period</a:t>
            </a:r>
          </a:p>
          <a:p>
            <a:r>
              <a:rPr lang="en-US" dirty="0" smtClean="0"/>
              <a:t>Middle English Dialects</a:t>
            </a:r>
          </a:p>
          <a:p>
            <a:r>
              <a:rPr lang="en-US" dirty="0" smtClean="0"/>
              <a:t>Grammatical Changes in Middle English Period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10960" y="2967335"/>
            <a:ext cx="46410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Old English 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period extend from 450 AD to 1066 AD.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Also called as Anglo-Saxon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Angles, the Saxons and the Jutes, had started filtering in England during the 5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Century.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These tribes set up seven kingdoms called the Anglo- Saxon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heptarchy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Anglo- Saxon gave Britain a new name England– the Land of angles, and a new language, English the language of angles.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0" y="457200"/>
            <a:ext cx="7086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Old English Period</a:t>
            </a:r>
            <a:endParaRPr lang="en-US" sz="54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Northumbrian in the North comprising the district between the Firth or Forth and the Humber river 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Mercian, spoken between the Humber and the Thames.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West Saxon, spoken in the region south of the Thames except in Kent and Surry.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Kentish spoken in Kent and Surry.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457200"/>
            <a:ext cx="7467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Old English Dialects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name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685800"/>
            <a:ext cx="6019800" cy="5601240"/>
          </a:xfrm>
        </p:spPr>
      </p:pic>
    </p:spTree>
  </p:cSld>
  <p:clrMapOvr>
    <a:masterClrMapping/>
  </p:clrMapOvr>
  <p:transition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Old English had a very complicated grammatical system, with a number of different declensions of the noun.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period has often been described as the period of “full inflections”.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Being highly inflected, Old English had a relatively free word order.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Old English we find four cases, Nominative, Accusative,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Genitive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the Dative case.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Old English there were two separate declensions of adjectives, the weak and the strong.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Old English, verbs had only two tense, the present and the preterit (like the past)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457200"/>
            <a:ext cx="7467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Old English Grammar</a:t>
            </a:r>
            <a:endParaRPr lang="en-U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0"/>
            <a:ext cx="7498080" cy="3962400"/>
          </a:xfrm>
        </p:spPr>
        <p:txBody>
          <a:bodyPr/>
          <a:lstStyle/>
          <a:p>
            <a:endParaRPr lang="en-US" dirty="0" smtClean="0"/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Old English was more or less phonetic in character , its spelling representing its pronunciation fairly closely.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two major sound change on Old English were- mutation and gradation.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533400"/>
            <a:ext cx="74676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Old English Pronunciation</a:t>
            </a:r>
            <a:endParaRPr lang="en-U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wheel spokes="2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old English spelling was phonetic in character, each letter representing a sound and it contained no silent letters.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Old English has seven vowels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a,e,i,o,u,y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a+e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was the specialty of Old English.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Old English remained a phonetic language without the discrepancy between spelling and pronunciation.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304800"/>
            <a:ext cx="74676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Old English Spelling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57400"/>
            <a:ext cx="7498080" cy="39624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period is remarkable for its high degree of purity, with only a small amount of Latin loan words.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Old English word stock was enriched by Indo-European words, Celtic element, Latin influence and the Scandinavian influence.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457200"/>
            <a:ext cx="74676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Old English Vocabulary</a:t>
            </a:r>
            <a:endParaRPr lang="en-US" sz="5400" b="1" cap="none" spc="0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7498080" cy="4038600"/>
          </a:xfrm>
        </p:spPr>
        <p:txBody>
          <a:bodyPr/>
          <a:lstStyle/>
          <a:p>
            <a:endParaRPr lang="en-US" dirty="0" smtClean="0"/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Latin words entered Old English in two phases: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(1) during the Roman occupation.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(2) through the early Christian missionaries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381000"/>
            <a:ext cx="74676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Latin Vocabulary in Old English</a:t>
            </a:r>
            <a:endParaRPr lang="en-US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2895600"/>
            <a:ext cx="76962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Middle English Period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Middle English started with the Norman Conquest 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period of great change.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English becomes official language of the law courts. More and more authors are writing in English.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Decay of Inflectional Endings.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French Influence on the Vocabulary of Middle English.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762000" y="533400"/>
            <a:ext cx="69342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Middle English</a:t>
            </a:r>
            <a:endParaRPr lang="en-U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7498080" cy="4724400"/>
          </a:xfrm>
        </p:spPr>
        <p:txBody>
          <a:bodyPr/>
          <a:lstStyle/>
          <a:p>
            <a:endParaRPr lang="en-US" dirty="0" smtClean="0"/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causes of changes: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Norman Conquest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(ii) Loss of a large part of Old English words.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(iii) Add thousands of words from French and Latin.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239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Period Of Change</a:t>
            </a:r>
            <a:endParaRPr lang="en-US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48763" y="1935163"/>
            <a:ext cx="5846473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438400" y="457200"/>
            <a:ext cx="2733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Dialects</a:t>
            </a:r>
            <a:endParaRPr lang="en-US" sz="54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11680"/>
            <a:ext cx="7239000" cy="484632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Principal dialects of Middle English.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Northern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- The Northern dialect  extends as far south as the Humber.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ii)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East Midland &amp; West Midland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:-They together cover the area between the Humber and the Thames.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iii)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Southern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:- Southern occupies the district south of the Thames.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28600"/>
            <a:ext cx="74676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/>
                <a:solidFill>
                  <a:schemeClr val="accent3"/>
                </a:solidFill>
              </a:rPr>
              <a:t>Middle English Dialects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11680"/>
            <a:ext cx="7239000" cy="484632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Normans brought French in England. Thousands of French words added in English Vocabulary.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French influence is much more direct and observable upon the vocabulary. French and English Peoples lived side by side a long time.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French words poured into English with a momentum that continued until toward the end of the Middle English period.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3914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French Influence on Vocabulary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ransition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09800"/>
            <a:ext cx="7498080" cy="4114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There was a general reduction of inflectional endings of the noun.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Case and Gender were altered in pronunciation.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loss of inflection also appeared in verbs.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vowels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a,o,u,e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in inflectional endings were transferred to a sound called indeterminate vowel.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4676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Decay Of Inflection Endings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wheel spokes="3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7498080" cy="40386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The Noun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In early Middle English only two methods of indicating the plural remained the –s or –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The Pronoun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The reduction of inflection was apparent in the demonstratives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ii) The and that surviving through Middle English and use today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1"/>
            <a:ext cx="746760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Middle English Grammar</a:t>
            </a:r>
          </a:p>
          <a:p>
            <a:pPr algn="ctr"/>
            <a:endParaRPr lang="en-US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7498080" cy="48006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The Verb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Nearly a third of the old English strong verbs died out early in the Middle English.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ii) Today more than half of the Old English strong verbs have disappeared completely from the standard Language.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use of “he” for Male and “she” for Female started in Middle English Period.</a:t>
            </a:r>
          </a:p>
          <a:p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95600" y="2971800"/>
            <a:ext cx="398730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</a:p>
          <a:p>
            <a:pPr algn="ctr"/>
            <a:endParaRPr lang="en-U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ransition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1052</TotalTime>
  <Words>837</Words>
  <Application>Microsoft Office PowerPoint</Application>
  <PresentationFormat>On-screen Show (4:3)</PresentationFormat>
  <Paragraphs>99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Slide 1</vt:lpstr>
      <vt:lpstr>                  Content 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 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Shilpi Kanth</dc:creator>
  <cp:lastModifiedBy>VISHAL</cp:lastModifiedBy>
  <cp:revision>45</cp:revision>
  <dcterms:created xsi:type="dcterms:W3CDTF">2006-08-16T00:00:00Z</dcterms:created>
  <dcterms:modified xsi:type="dcterms:W3CDTF">2020-05-26T13:00:19Z</dcterms:modified>
</cp:coreProperties>
</file>