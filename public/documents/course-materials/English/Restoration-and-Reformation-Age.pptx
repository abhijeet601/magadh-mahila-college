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61" r:id="rId4"/>
    <p:sldId id="259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5" r:id="rId17"/>
  </p:sldIdLst>
  <p:sldSz cx="7315200" cy="5486400" type="B5JIS"/>
  <p:notesSz cx="6858000" cy="9144000"/>
  <p:defaultTextStyle>
    <a:defPPr>
      <a:defRPr lang="en-US"/>
    </a:defPPr>
    <a:lvl1pPr marL="0" algn="l" defTabSz="684251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1pPr>
    <a:lvl2pPr marL="342125" algn="l" defTabSz="684251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2pPr>
    <a:lvl3pPr marL="684251" algn="l" defTabSz="684251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3pPr>
    <a:lvl4pPr marL="1026376" algn="l" defTabSz="684251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4pPr>
    <a:lvl5pPr marL="1368501" algn="l" defTabSz="684251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5pPr>
    <a:lvl6pPr marL="1710626" algn="l" defTabSz="684251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052752" algn="l" defTabSz="684251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2394877" algn="l" defTabSz="684251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2737002" algn="l" defTabSz="684251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1C1C1C"/>
    <a:srgbClr val="FF0066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588" autoAdjust="0"/>
    <p:restoredTop sz="93011" autoAdjust="0"/>
  </p:normalViewPr>
  <p:slideViewPr>
    <p:cSldViewPr>
      <p:cViewPr varScale="1">
        <p:scale>
          <a:sx n="85" d="100"/>
          <a:sy n="85" d="100"/>
        </p:scale>
        <p:origin x="-1428" y="-120"/>
      </p:cViewPr>
      <p:guideLst>
        <p:guide orient="horz" pos="1728"/>
        <p:guide pos="2304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1704344"/>
            <a:ext cx="6217921" cy="117602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97281" y="3108960"/>
            <a:ext cx="5120640" cy="14020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1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42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63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685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06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27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3948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370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E4FAB-32B1-4F84-8556-A5B92E96EC0E}" type="datetimeFigureOut">
              <a:rPr lang="en-US" smtClean="0"/>
              <a:pPr/>
              <a:t>5/26/2020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EBBDD-75AD-4942-BC60-661AB5CE1C4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E4FAB-32B1-4F84-8556-A5B92E96EC0E}" type="datetimeFigureOut">
              <a:rPr lang="en-US" smtClean="0"/>
              <a:pPr/>
              <a:t>5/26/2020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EBBDD-75AD-4942-BC60-661AB5CE1C4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852" y="3525523"/>
            <a:ext cx="6217921" cy="1089661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7852" y="2325374"/>
            <a:ext cx="6217921" cy="1200149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1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2pPr>
            <a:lvl3pPr marL="684251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6376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68501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0626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2752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394877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37002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E4FAB-32B1-4F84-8556-A5B92E96EC0E}" type="datetimeFigureOut">
              <a:rPr lang="en-US" smtClean="0"/>
              <a:pPr/>
              <a:t>5/26/2020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EBBDD-75AD-4942-BC60-661AB5CE1C4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65760" y="1280163"/>
            <a:ext cx="3230881" cy="362077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18561" y="1280163"/>
            <a:ext cx="3230881" cy="362077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E4FAB-32B1-4F84-8556-A5B92E96EC0E}" type="datetimeFigureOut">
              <a:rPr lang="en-US" smtClean="0"/>
              <a:pPr/>
              <a:t>5/26/2020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EBBDD-75AD-4942-BC60-661AB5CE1C4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5763" y="1228092"/>
            <a:ext cx="3232150" cy="51180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125" indent="0">
              <a:buNone/>
              <a:defRPr sz="1500" b="1"/>
            </a:lvl2pPr>
            <a:lvl3pPr marL="684251" indent="0">
              <a:buNone/>
              <a:defRPr sz="1300" b="1"/>
            </a:lvl3pPr>
            <a:lvl4pPr marL="1026376" indent="0">
              <a:buNone/>
              <a:defRPr sz="1200" b="1"/>
            </a:lvl4pPr>
            <a:lvl5pPr marL="1368501" indent="0">
              <a:buNone/>
              <a:defRPr sz="1200" b="1"/>
            </a:lvl5pPr>
            <a:lvl6pPr marL="1710626" indent="0">
              <a:buNone/>
              <a:defRPr sz="1200" b="1"/>
            </a:lvl6pPr>
            <a:lvl7pPr marL="2052752" indent="0">
              <a:buNone/>
              <a:defRPr sz="1200" b="1"/>
            </a:lvl7pPr>
            <a:lvl8pPr marL="2394877" indent="0">
              <a:buNone/>
              <a:defRPr sz="1200" b="1"/>
            </a:lvl8pPr>
            <a:lvl9pPr marL="2737002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5763" y="1739901"/>
            <a:ext cx="3232150" cy="3161030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716023" y="1228092"/>
            <a:ext cx="3233419" cy="51180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125" indent="0">
              <a:buNone/>
              <a:defRPr sz="1500" b="1"/>
            </a:lvl2pPr>
            <a:lvl3pPr marL="684251" indent="0">
              <a:buNone/>
              <a:defRPr sz="1300" b="1"/>
            </a:lvl3pPr>
            <a:lvl4pPr marL="1026376" indent="0">
              <a:buNone/>
              <a:defRPr sz="1200" b="1"/>
            </a:lvl4pPr>
            <a:lvl5pPr marL="1368501" indent="0">
              <a:buNone/>
              <a:defRPr sz="1200" b="1"/>
            </a:lvl5pPr>
            <a:lvl6pPr marL="1710626" indent="0">
              <a:buNone/>
              <a:defRPr sz="1200" b="1"/>
            </a:lvl6pPr>
            <a:lvl7pPr marL="2052752" indent="0">
              <a:buNone/>
              <a:defRPr sz="1200" b="1"/>
            </a:lvl7pPr>
            <a:lvl8pPr marL="2394877" indent="0">
              <a:buNone/>
              <a:defRPr sz="1200" b="1"/>
            </a:lvl8pPr>
            <a:lvl9pPr marL="2737002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716023" y="1739901"/>
            <a:ext cx="3233419" cy="3161030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E4FAB-32B1-4F84-8556-A5B92E96EC0E}" type="datetimeFigureOut">
              <a:rPr lang="en-US" smtClean="0"/>
              <a:pPr/>
              <a:t>5/26/2020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EBBDD-75AD-4942-BC60-661AB5CE1C4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E4FAB-32B1-4F84-8556-A5B92E96EC0E}" type="datetimeFigureOut">
              <a:rPr lang="en-US" smtClean="0"/>
              <a:pPr/>
              <a:t>5/26/2020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EBBDD-75AD-4942-BC60-661AB5CE1C4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E4FAB-32B1-4F84-8556-A5B92E96EC0E}" type="datetimeFigureOut">
              <a:rPr lang="en-US" smtClean="0"/>
              <a:pPr/>
              <a:t>5/26/2020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EBBDD-75AD-4942-BC60-661AB5CE1C4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3" y="218440"/>
            <a:ext cx="2406650" cy="929641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60043" y="218444"/>
            <a:ext cx="4089401" cy="468249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65763" y="1148085"/>
            <a:ext cx="2406650" cy="3752850"/>
          </a:xfrm>
        </p:spPr>
        <p:txBody>
          <a:bodyPr/>
          <a:lstStyle>
            <a:lvl1pPr marL="0" indent="0">
              <a:buNone/>
              <a:defRPr sz="1100"/>
            </a:lvl1pPr>
            <a:lvl2pPr marL="342125" indent="0">
              <a:buNone/>
              <a:defRPr sz="900"/>
            </a:lvl2pPr>
            <a:lvl3pPr marL="684251" indent="0">
              <a:buNone/>
              <a:defRPr sz="700"/>
            </a:lvl3pPr>
            <a:lvl4pPr marL="1026376" indent="0">
              <a:buNone/>
              <a:defRPr sz="700"/>
            </a:lvl4pPr>
            <a:lvl5pPr marL="1368501" indent="0">
              <a:buNone/>
              <a:defRPr sz="700"/>
            </a:lvl5pPr>
            <a:lvl6pPr marL="1710626" indent="0">
              <a:buNone/>
              <a:defRPr sz="700"/>
            </a:lvl6pPr>
            <a:lvl7pPr marL="2052752" indent="0">
              <a:buNone/>
              <a:defRPr sz="700"/>
            </a:lvl7pPr>
            <a:lvl8pPr marL="2394877" indent="0">
              <a:buNone/>
              <a:defRPr sz="700"/>
            </a:lvl8pPr>
            <a:lvl9pPr marL="2737002" indent="0">
              <a:buNone/>
              <a:defRPr sz="7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E4FAB-32B1-4F84-8556-A5B92E96EC0E}" type="datetimeFigureOut">
              <a:rPr lang="en-US" smtClean="0"/>
              <a:pPr/>
              <a:t>5/26/2020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EBBDD-75AD-4942-BC60-661AB5CE1C4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3830" y="3840481"/>
            <a:ext cx="4389120" cy="453391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433830" y="490221"/>
            <a:ext cx="4389120" cy="3291840"/>
          </a:xfrm>
        </p:spPr>
        <p:txBody>
          <a:bodyPr/>
          <a:lstStyle>
            <a:lvl1pPr marL="0" indent="0">
              <a:buNone/>
              <a:defRPr sz="2400"/>
            </a:lvl1pPr>
            <a:lvl2pPr marL="342125" indent="0">
              <a:buNone/>
              <a:defRPr sz="2100"/>
            </a:lvl2pPr>
            <a:lvl3pPr marL="684251" indent="0">
              <a:buNone/>
              <a:defRPr sz="1800"/>
            </a:lvl3pPr>
            <a:lvl4pPr marL="1026376" indent="0">
              <a:buNone/>
              <a:defRPr sz="1500"/>
            </a:lvl4pPr>
            <a:lvl5pPr marL="1368501" indent="0">
              <a:buNone/>
              <a:defRPr sz="1500"/>
            </a:lvl5pPr>
            <a:lvl6pPr marL="1710626" indent="0">
              <a:buNone/>
              <a:defRPr sz="1500"/>
            </a:lvl6pPr>
            <a:lvl7pPr marL="2052752" indent="0">
              <a:buNone/>
              <a:defRPr sz="1500"/>
            </a:lvl7pPr>
            <a:lvl8pPr marL="2394877" indent="0">
              <a:buNone/>
              <a:defRPr sz="1500"/>
            </a:lvl8pPr>
            <a:lvl9pPr marL="2737002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3830" y="4293872"/>
            <a:ext cx="4389120" cy="643889"/>
          </a:xfrm>
        </p:spPr>
        <p:txBody>
          <a:bodyPr/>
          <a:lstStyle>
            <a:lvl1pPr marL="0" indent="0">
              <a:buNone/>
              <a:defRPr sz="1100"/>
            </a:lvl1pPr>
            <a:lvl2pPr marL="342125" indent="0">
              <a:buNone/>
              <a:defRPr sz="900"/>
            </a:lvl2pPr>
            <a:lvl3pPr marL="684251" indent="0">
              <a:buNone/>
              <a:defRPr sz="700"/>
            </a:lvl3pPr>
            <a:lvl4pPr marL="1026376" indent="0">
              <a:buNone/>
              <a:defRPr sz="700"/>
            </a:lvl4pPr>
            <a:lvl5pPr marL="1368501" indent="0">
              <a:buNone/>
              <a:defRPr sz="700"/>
            </a:lvl5pPr>
            <a:lvl6pPr marL="1710626" indent="0">
              <a:buNone/>
              <a:defRPr sz="700"/>
            </a:lvl6pPr>
            <a:lvl7pPr marL="2052752" indent="0">
              <a:buNone/>
              <a:defRPr sz="700"/>
            </a:lvl7pPr>
            <a:lvl8pPr marL="2394877" indent="0">
              <a:buNone/>
              <a:defRPr sz="700"/>
            </a:lvl8pPr>
            <a:lvl9pPr marL="2737002" indent="0">
              <a:buNone/>
              <a:defRPr sz="7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E4FAB-32B1-4F84-8556-A5B92E96EC0E}" type="datetimeFigureOut">
              <a:rPr lang="en-US" smtClean="0"/>
              <a:pPr/>
              <a:t>5/26/2020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EBBDD-75AD-4942-BC60-661AB5CE1C4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E4FAB-32B1-4F84-8556-A5B92E96EC0E}" type="datetimeFigureOut">
              <a:rPr lang="en-US" smtClean="0"/>
              <a:pPr/>
              <a:t>5/26/2020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EBBDD-75AD-4942-BC60-661AB5CE1C4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303521" y="219714"/>
            <a:ext cx="1645920" cy="468122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65761" y="219714"/>
            <a:ext cx="4815839" cy="468122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E4FAB-32B1-4F84-8556-A5B92E96EC0E}" type="datetimeFigureOut">
              <a:rPr lang="en-US" smtClean="0"/>
              <a:pPr/>
              <a:t>5/26/2020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EBBDD-75AD-4942-BC60-661AB5CE1C4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5761" y="219711"/>
            <a:ext cx="6583680" cy="914400"/>
          </a:xfrm>
          <a:prstGeom prst="rect">
            <a:avLst/>
          </a:prstGeom>
        </p:spPr>
        <p:txBody>
          <a:bodyPr vert="horz" lIns="68425" tIns="34213" rIns="68425" bIns="34213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5761" y="1280163"/>
            <a:ext cx="6583680" cy="3620770"/>
          </a:xfrm>
          <a:prstGeom prst="rect">
            <a:avLst/>
          </a:prstGeom>
        </p:spPr>
        <p:txBody>
          <a:bodyPr vert="horz" lIns="68425" tIns="34213" rIns="68425" bIns="34213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5760" y="5085083"/>
            <a:ext cx="1706880" cy="292100"/>
          </a:xfrm>
          <a:prstGeom prst="rect">
            <a:avLst/>
          </a:prstGeom>
        </p:spPr>
        <p:txBody>
          <a:bodyPr vert="horz" lIns="68425" tIns="34213" rIns="68425" bIns="34213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7E4FAB-32B1-4F84-8556-A5B92E96EC0E}" type="datetimeFigureOut">
              <a:rPr lang="en-US" smtClean="0"/>
              <a:pPr/>
              <a:t>5/26/2020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99361" y="5085083"/>
            <a:ext cx="2316480" cy="292100"/>
          </a:xfrm>
          <a:prstGeom prst="rect">
            <a:avLst/>
          </a:prstGeom>
        </p:spPr>
        <p:txBody>
          <a:bodyPr vert="horz" lIns="68425" tIns="34213" rIns="68425" bIns="34213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242560" y="5085083"/>
            <a:ext cx="1706880" cy="292100"/>
          </a:xfrm>
          <a:prstGeom prst="rect">
            <a:avLst/>
          </a:prstGeom>
        </p:spPr>
        <p:txBody>
          <a:bodyPr vert="horz" lIns="68425" tIns="34213" rIns="68425" bIns="34213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BEBBDD-75AD-4942-BC60-661AB5CE1C4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84251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6594" indent="-256594" algn="l" defTabSz="684251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5953" indent="-213829" algn="l" defTabSz="684251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5313" indent="-171063" algn="l" defTabSz="684251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97438" indent="-171063" algn="l" defTabSz="684251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39563" indent="-171063" algn="l" defTabSz="684251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1689" indent="-171063" algn="l" defTabSz="684251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3814" indent="-171063" algn="l" defTabSz="684251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65939" indent="-171063" algn="l" defTabSz="684251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08064" indent="-171063" algn="l" defTabSz="684251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4251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42125" algn="l" defTabSz="684251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84251" algn="l" defTabSz="684251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026376" algn="l" defTabSz="684251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368501" algn="l" defTabSz="684251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710626" algn="l" defTabSz="684251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2052752" algn="l" defTabSz="684251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394877" algn="l" defTabSz="684251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737002" algn="l" defTabSz="684251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jpeg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-152400"/>
            <a:ext cx="7315200" cy="5638800"/>
          </a:xfrm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style>
          <a:lnRef idx="1">
            <a:schemeClr val="dk1"/>
          </a:lnRef>
          <a:fillRef idx="1003">
            <a:schemeClr val="lt2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t">
            <a:normAutofit/>
            <a:scene3d>
              <a:camera prst="obliqueBottomLeft"/>
              <a:lightRig rig="glow" dir="t">
                <a:rot lat="0" lon="0" rev="3600000"/>
              </a:lightRig>
            </a:scene3d>
            <a:sp3d extrusionH="57150" prstMaterial="softEdge">
              <a:bevelT w="29210" h="16510" prst="divot"/>
              <a:contourClr>
                <a:schemeClr val="accent4">
                  <a:alpha val="95000"/>
                </a:schemeClr>
              </a:contourClr>
            </a:sp3d>
          </a:bodyPr>
          <a:lstStyle/>
          <a:p>
            <a:r>
              <a:rPr lang="en-US" sz="5000" b="1" u="sng" dirty="0" smtClean="0">
                <a:ln>
                  <a:solidFill>
                    <a:schemeClr val="tx2">
                      <a:lumMod val="50000"/>
                    </a:schemeClr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howcard Gothic" pitchFamily="82" charset="0"/>
              </a:rPr>
              <a:t>RESTORATION</a:t>
            </a:r>
            <a:br>
              <a:rPr lang="en-US" sz="5000" b="1" u="sng" dirty="0" smtClean="0">
                <a:ln>
                  <a:solidFill>
                    <a:schemeClr val="tx2">
                      <a:lumMod val="50000"/>
                    </a:schemeClr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howcard Gothic" pitchFamily="82" charset="0"/>
              </a:rPr>
            </a:br>
            <a:r>
              <a:rPr lang="en-US" sz="5000" b="1" u="sng" dirty="0" smtClean="0">
                <a:ln>
                  <a:solidFill>
                    <a:schemeClr val="tx2">
                      <a:lumMod val="50000"/>
                    </a:schemeClr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howcard Gothic" pitchFamily="82" charset="0"/>
              </a:rPr>
              <a:t>AND</a:t>
            </a:r>
            <a:br>
              <a:rPr lang="en-US" sz="5000" b="1" u="sng" dirty="0" smtClean="0">
                <a:ln>
                  <a:solidFill>
                    <a:schemeClr val="tx2">
                      <a:lumMod val="50000"/>
                    </a:schemeClr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howcard Gothic" pitchFamily="82" charset="0"/>
              </a:rPr>
            </a:br>
            <a:r>
              <a:rPr lang="en-US" sz="5000" b="1" u="sng" dirty="0" smtClean="0">
                <a:ln>
                  <a:solidFill>
                    <a:schemeClr val="tx2">
                      <a:lumMod val="50000"/>
                    </a:schemeClr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howcard Gothic" pitchFamily="82" charset="0"/>
              </a:rPr>
              <a:t>REFORMATION</a:t>
            </a:r>
            <a:br>
              <a:rPr lang="en-US" sz="5000" b="1" u="sng" dirty="0" smtClean="0">
                <a:ln>
                  <a:solidFill>
                    <a:schemeClr val="tx2">
                      <a:lumMod val="50000"/>
                    </a:schemeClr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howcard Gothic" pitchFamily="82" charset="0"/>
              </a:rPr>
            </a:br>
            <a:r>
              <a:rPr lang="en-US" sz="5000" b="1" u="sng" dirty="0" smtClean="0">
                <a:ln>
                  <a:solidFill>
                    <a:schemeClr val="tx2">
                      <a:lumMod val="50000"/>
                    </a:schemeClr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howcard Gothic" pitchFamily="82" charset="0"/>
              </a:rPr>
              <a:t/>
            </a:r>
            <a:br>
              <a:rPr lang="en-US" sz="5000" b="1" u="sng" dirty="0" smtClean="0">
                <a:ln>
                  <a:solidFill>
                    <a:schemeClr val="tx2">
                      <a:lumMod val="50000"/>
                    </a:schemeClr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howcard Gothic" pitchFamily="82" charset="0"/>
              </a:rPr>
            </a:br>
            <a:r>
              <a:rPr lang="en-US" sz="2400" dirty="0" smtClean="0">
                <a:ln>
                  <a:solidFill>
                    <a:schemeClr val="tx2">
                      <a:lumMod val="50000"/>
                    </a:schemeClr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howcard Gothic" pitchFamily="82" charset="0"/>
              </a:rPr>
              <a:t>-</a:t>
            </a:r>
            <a:r>
              <a:rPr lang="en-US" sz="1800" dirty="0" smtClean="0">
                <a:ln>
                  <a:solidFill>
                    <a:schemeClr val="tx2">
                      <a:lumMod val="50000"/>
                    </a:schemeClr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howcard Gothic" pitchFamily="82" charset="0"/>
              </a:rPr>
              <a:t>Dr. </a:t>
            </a:r>
            <a:r>
              <a:rPr lang="en-US" sz="1800" dirty="0" err="1" smtClean="0">
                <a:ln>
                  <a:solidFill>
                    <a:schemeClr val="tx2">
                      <a:lumMod val="50000"/>
                    </a:schemeClr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howcard Gothic" pitchFamily="82" charset="0"/>
              </a:rPr>
              <a:t>Santoshi</a:t>
            </a:r>
            <a:r>
              <a:rPr lang="en-US" sz="1800" dirty="0" smtClean="0">
                <a:ln>
                  <a:solidFill>
                    <a:schemeClr val="tx2">
                      <a:lumMod val="50000"/>
                    </a:schemeClr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howcard Gothic" pitchFamily="82" charset="0"/>
              </a:rPr>
              <a:t> </a:t>
            </a:r>
            <a:r>
              <a:rPr lang="en-US" sz="1800" dirty="0" err="1" smtClean="0">
                <a:ln>
                  <a:solidFill>
                    <a:schemeClr val="tx2">
                      <a:lumMod val="50000"/>
                    </a:schemeClr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howcard Gothic" pitchFamily="82" charset="0"/>
              </a:rPr>
              <a:t>Bhawani</a:t>
            </a:r>
            <a:r>
              <a:rPr lang="en-US" sz="1800" dirty="0" smtClean="0">
                <a:ln>
                  <a:solidFill>
                    <a:schemeClr val="tx2">
                      <a:lumMod val="50000"/>
                    </a:schemeClr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howcard Gothic" pitchFamily="82" charset="0"/>
              </a:rPr>
              <a:t> </a:t>
            </a:r>
            <a:r>
              <a:rPr lang="en-US" sz="1800" dirty="0" err="1" smtClean="0">
                <a:ln>
                  <a:solidFill>
                    <a:schemeClr val="tx2">
                      <a:lumMod val="50000"/>
                    </a:schemeClr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howcard Gothic" pitchFamily="82" charset="0"/>
              </a:rPr>
              <a:t>Mishra</a:t>
            </a:r>
            <a:r>
              <a:rPr lang="en-US" sz="1800" dirty="0" smtClean="0">
                <a:ln>
                  <a:solidFill>
                    <a:schemeClr val="tx2">
                      <a:lumMod val="50000"/>
                    </a:schemeClr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howcard Gothic" pitchFamily="82" charset="0"/>
              </a:rPr>
              <a:t/>
            </a:r>
            <a:br>
              <a:rPr lang="en-US" sz="1800" dirty="0" smtClean="0">
                <a:ln>
                  <a:solidFill>
                    <a:schemeClr val="tx2">
                      <a:lumMod val="50000"/>
                    </a:schemeClr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howcard Gothic" pitchFamily="82" charset="0"/>
              </a:rPr>
            </a:br>
            <a:r>
              <a:rPr lang="en-US" sz="1800" dirty="0" smtClean="0">
                <a:ln>
                  <a:solidFill>
                    <a:schemeClr val="tx2">
                      <a:lumMod val="50000"/>
                    </a:schemeClr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howcard Gothic" pitchFamily="82" charset="0"/>
              </a:rPr>
              <a:t>ASSISTANT Professor</a:t>
            </a:r>
            <a:r>
              <a:rPr lang="en-US" sz="1800" dirty="0" smtClean="0">
                <a:ln>
                  <a:solidFill>
                    <a:schemeClr val="tx2">
                      <a:lumMod val="50000"/>
                    </a:schemeClr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howcard Gothic" pitchFamily="82" charset="0"/>
              </a:rPr>
              <a:t/>
            </a:r>
            <a:br>
              <a:rPr lang="en-US" sz="1800" dirty="0" smtClean="0">
                <a:ln>
                  <a:solidFill>
                    <a:schemeClr val="tx2">
                      <a:lumMod val="50000"/>
                    </a:schemeClr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howcard Gothic" pitchFamily="82" charset="0"/>
              </a:rPr>
            </a:br>
            <a:r>
              <a:rPr lang="en-US" sz="1800" dirty="0" smtClean="0">
                <a:ln>
                  <a:solidFill>
                    <a:schemeClr val="tx2">
                      <a:lumMod val="50000"/>
                    </a:schemeClr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howcard Gothic" pitchFamily="82" charset="0"/>
              </a:rPr>
              <a:t>Department of English</a:t>
            </a:r>
            <a:br>
              <a:rPr lang="en-US" sz="1800" dirty="0" smtClean="0">
                <a:ln>
                  <a:solidFill>
                    <a:schemeClr val="tx2">
                      <a:lumMod val="50000"/>
                    </a:schemeClr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howcard Gothic" pitchFamily="82" charset="0"/>
              </a:rPr>
            </a:br>
            <a:r>
              <a:rPr lang="en-US" sz="1800" dirty="0" err="1" smtClean="0">
                <a:ln>
                  <a:solidFill>
                    <a:schemeClr val="tx2">
                      <a:lumMod val="50000"/>
                    </a:schemeClr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howcard Gothic" pitchFamily="82" charset="0"/>
              </a:rPr>
              <a:t>Magadh</a:t>
            </a:r>
            <a:r>
              <a:rPr lang="en-US" sz="1800" dirty="0" smtClean="0">
                <a:ln>
                  <a:solidFill>
                    <a:schemeClr val="tx2">
                      <a:lumMod val="50000"/>
                    </a:schemeClr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howcard Gothic" pitchFamily="82" charset="0"/>
              </a:rPr>
              <a:t> </a:t>
            </a:r>
            <a:r>
              <a:rPr lang="en-US" sz="1800" dirty="0" err="1" smtClean="0">
                <a:ln>
                  <a:solidFill>
                    <a:schemeClr val="tx2">
                      <a:lumMod val="50000"/>
                    </a:schemeClr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howcard Gothic" pitchFamily="82" charset="0"/>
              </a:rPr>
              <a:t>Mahila</a:t>
            </a:r>
            <a:r>
              <a:rPr lang="en-US" sz="1800" dirty="0" smtClean="0">
                <a:ln>
                  <a:solidFill>
                    <a:schemeClr val="tx2">
                      <a:lumMod val="50000"/>
                    </a:schemeClr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howcard Gothic" pitchFamily="82" charset="0"/>
              </a:rPr>
              <a:t> COLLEGE</a:t>
            </a:r>
            <a:endParaRPr lang="en-US" sz="1800" b="1" u="sng" dirty="0">
              <a:ln>
                <a:solidFill>
                  <a:schemeClr val="tx2">
                    <a:lumMod val="50000"/>
                  </a:schemeClr>
                </a:solidFill>
                <a:prstDash val="solid"/>
              </a:ln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howcard Gothic" pitchFamily="8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-1"/>
            <a:ext cx="7315200" cy="914400"/>
          </a:xfrm>
          <a:blipFill>
            <a:blip r:embed="rId2"/>
            <a:tile tx="0" ty="0" sx="100000" sy="100000" flip="none" algn="tl"/>
          </a:blipFill>
        </p:spPr>
        <p:txBody>
          <a:bodyPr>
            <a:normAutofit/>
          </a:bodyPr>
          <a:lstStyle/>
          <a:p>
            <a:r>
              <a:rPr lang="en-US" sz="4000" dirty="0" smtClean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Rosewood Std Regular" pitchFamily="82" charset="0"/>
              </a:rPr>
              <a:t>THE   REFORMATION</a:t>
            </a:r>
            <a:endParaRPr lang="en-US" sz="4000" dirty="0"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Rosewood Std Regular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14400"/>
            <a:ext cx="7315200" cy="5059680"/>
          </a:xfrm>
          <a:blipFill>
            <a:blip r:embed="rId3"/>
            <a:tile tx="0" ty="0" sx="100000" sy="100000" flip="none" algn="tl"/>
          </a:blipFill>
        </p:spPr>
        <p:txBody>
          <a:bodyPr>
            <a:normAutofit fontScale="55000" lnSpcReduction="20000"/>
          </a:bodyPr>
          <a:lstStyle/>
          <a:p>
            <a:pPr>
              <a:buFont typeface="Wingdings" pitchFamily="2" charset="2"/>
              <a:buChar char="v"/>
            </a:pPr>
            <a:endParaRPr lang="en-US" sz="1800" dirty="0" smtClean="0">
              <a:ln>
                <a:solidFill>
                  <a:schemeClr val="accent6">
                    <a:lumMod val="75000"/>
                  </a:schemeClr>
                </a:solidFill>
              </a:ln>
              <a:blipFill>
                <a:blip r:embed="rId4"/>
                <a:tile tx="0" ty="0" sx="100000" sy="100000" flip="none" algn="tl"/>
              </a:blipFill>
              <a:effectLst>
                <a:glow rad="63500">
                  <a:schemeClr val="accent6">
                    <a:satMod val="175000"/>
                    <a:alpha val="40000"/>
                  </a:schemeClr>
                </a:glow>
              </a:effectLst>
              <a:latin typeface="Eras Demi ITC" pitchFamily="34" charset="0"/>
            </a:endParaRPr>
          </a:p>
          <a:p>
            <a:pPr>
              <a:lnSpc>
                <a:spcPct val="200000"/>
              </a:lnSpc>
              <a:buFont typeface="Wingdings" pitchFamily="2" charset="2"/>
              <a:buChar char="v"/>
            </a:pPr>
            <a:endParaRPr lang="en-US" dirty="0" smtClean="0">
              <a:ln>
                <a:solidFill>
                  <a:schemeClr val="accent6">
                    <a:lumMod val="75000"/>
                  </a:schemeClr>
                </a:solidFill>
              </a:ln>
              <a:blipFill>
                <a:blip r:embed="rId4"/>
                <a:tile tx="0" ty="0" sx="100000" sy="100000" flip="none" algn="tl"/>
              </a:blipFill>
              <a:effectLst>
                <a:glow rad="63500">
                  <a:schemeClr val="accent6">
                    <a:satMod val="175000"/>
                    <a:alpha val="40000"/>
                  </a:schemeClr>
                </a:glow>
              </a:effectLst>
              <a:latin typeface="Eras Demi ITC" pitchFamily="34" charset="0"/>
            </a:endParaRPr>
          </a:p>
          <a:p>
            <a:pPr>
              <a:lnSpc>
                <a:spcPct val="200000"/>
              </a:lnSpc>
              <a:buNone/>
            </a:pPr>
            <a:endParaRPr lang="en-US" dirty="0" smtClean="0">
              <a:ln>
                <a:solidFill>
                  <a:schemeClr val="accent6">
                    <a:lumMod val="75000"/>
                  </a:schemeClr>
                </a:solidFill>
              </a:ln>
              <a:blipFill>
                <a:blip r:embed="rId4"/>
                <a:tile tx="0" ty="0" sx="100000" sy="100000" flip="none" algn="tl"/>
              </a:blipFill>
              <a:effectLst>
                <a:glow rad="63500">
                  <a:schemeClr val="accent6">
                    <a:satMod val="175000"/>
                    <a:alpha val="40000"/>
                  </a:schemeClr>
                </a:glow>
              </a:effectLst>
              <a:latin typeface="Eras Demi ITC" pitchFamily="34" charset="0"/>
            </a:endParaRPr>
          </a:p>
          <a:p>
            <a:pPr>
              <a:lnSpc>
                <a:spcPct val="200000"/>
              </a:lnSpc>
              <a:buFont typeface="Wingdings" pitchFamily="2" charset="2"/>
              <a:buChar char="v"/>
            </a:pPr>
            <a:r>
              <a:rPr lang="en-US" sz="3400" dirty="0" smtClean="0">
                <a:ln>
                  <a:solidFill>
                    <a:schemeClr val="accent6">
                      <a:lumMod val="75000"/>
                    </a:schemeClr>
                  </a:solidFill>
                </a:ln>
                <a:blipFill>
                  <a:blip r:embed="rId4"/>
                  <a:tile tx="0" ty="0" sx="100000" sy="100000" flip="none" algn="tl"/>
                </a:blipFill>
                <a:effectLst>
                  <a:glow rad="63500">
                    <a:schemeClr val="accent6">
                      <a:satMod val="175000"/>
                      <a:alpha val="40000"/>
                    </a:schemeClr>
                  </a:glow>
                </a:effectLst>
                <a:latin typeface="Eras Demi ITC" pitchFamily="34" charset="0"/>
              </a:rPr>
              <a:t>A 16</a:t>
            </a:r>
            <a:r>
              <a:rPr lang="en-US" sz="3400" baseline="30000" dirty="0" smtClean="0">
                <a:ln>
                  <a:solidFill>
                    <a:schemeClr val="accent6">
                      <a:lumMod val="75000"/>
                    </a:schemeClr>
                  </a:solidFill>
                </a:ln>
                <a:blipFill>
                  <a:blip r:embed="rId4"/>
                  <a:tile tx="0" ty="0" sx="100000" sy="100000" flip="none" algn="tl"/>
                </a:blipFill>
                <a:effectLst>
                  <a:glow rad="63500">
                    <a:schemeClr val="accent6">
                      <a:satMod val="175000"/>
                      <a:alpha val="40000"/>
                    </a:schemeClr>
                  </a:glow>
                </a:effectLst>
                <a:latin typeface="Eras Demi ITC" pitchFamily="34" charset="0"/>
              </a:rPr>
              <a:t>th</a:t>
            </a:r>
            <a:r>
              <a:rPr lang="en-US" sz="3400" dirty="0" smtClean="0">
                <a:ln>
                  <a:solidFill>
                    <a:schemeClr val="accent6">
                      <a:lumMod val="75000"/>
                    </a:schemeClr>
                  </a:solidFill>
                </a:ln>
                <a:blipFill>
                  <a:blip r:embed="rId4"/>
                  <a:tile tx="0" ty="0" sx="100000" sy="100000" flip="none" algn="tl"/>
                </a:blipFill>
                <a:effectLst>
                  <a:glow rad="63500">
                    <a:schemeClr val="accent6">
                      <a:satMod val="175000"/>
                      <a:alpha val="40000"/>
                    </a:schemeClr>
                  </a:glow>
                </a:effectLst>
                <a:latin typeface="Eras Demi ITC" pitchFamily="34" charset="0"/>
              </a:rPr>
              <a:t> Century Movement</a:t>
            </a:r>
          </a:p>
          <a:p>
            <a:pPr>
              <a:lnSpc>
                <a:spcPct val="160000"/>
              </a:lnSpc>
              <a:buFont typeface="Wingdings" pitchFamily="2" charset="2"/>
              <a:buChar char="v"/>
            </a:pPr>
            <a:r>
              <a:rPr lang="en-US" sz="3400" dirty="0" smtClean="0">
                <a:ln>
                  <a:solidFill>
                    <a:schemeClr val="accent6">
                      <a:lumMod val="75000"/>
                    </a:schemeClr>
                  </a:solidFill>
                </a:ln>
                <a:blipFill>
                  <a:blip r:embed="rId4"/>
                  <a:tile tx="0" ty="0" sx="100000" sy="100000" flip="none" algn="tl"/>
                </a:blipFill>
                <a:effectLst>
                  <a:glow rad="63500">
                    <a:schemeClr val="accent6">
                      <a:satMod val="175000"/>
                      <a:alpha val="40000"/>
                    </a:schemeClr>
                  </a:glow>
                </a:effectLst>
                <a:latin typeface="Eras Demi ITC" pitchFamily="34" charset="0"/>
              </a:rPr>
              <a:t>In Western Europe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</a:p>
          <a:p>
            <a:pPr>
              <a:lnSpc>
                <a:spcPct val="170000"/>
              </a:lnSpc>
              <a:buFont typeface="Wingdings" pitchFamily="2" charset="2"/>
              <a:buChar char="v"/>
            </a:pPr>
            <a:r>
              <a:rPr lang="en-US" sz="3400" dirty="0" smtClean="0">
                <a:ln>
                  <a:solidFill>
                    <a:schemeClr val="accent6">
                      <a:lumMod val="75000"/>
                    </a:schemeClr>
                  </a:solidFill>
                </a:ln>
                <a:blipFill>
                  <a:blip r:embed="rId4"/>
                  <a:tile tx="0" ty="0" sx="100000" sy="100000" flip="none" algn="tl"/>
                </a:blipFill>
                <a:effectLst>
                  <a:glow rad="63500">
                    <a:schemeClr val="accent6">
                      <a:satMod val="175000"/>
                      <a:alpha val="40000"/>
                    </a:schemeClr>
                  </a:glow>
                </a:effectLst>
                <a:latin typeface="Eras Demi ITC" pitchFamily="34" charset="0"/>
              </a:rPr>
              <a:t>Establishment of the PROTESTANT CHURCHES</a:t>
            </a:r>
          </a:p>
          <a:p>
            <a:pPr>
              <a:lnSpc>
                <a:spcPct val="170000"/>
              </a:lnSpc>
              <a:buFont typeface="Wingdings" pitchFamily="2" charset="2"/>
              <a:buChar char="v"/>
            </a:pPr>
            <a:r>
              <a:rPr lang="en-US" sz="3400" dirty="0" smtClean="0">
                <a:ln>
                  <a:solidFill>
                    <a:schemeClr val="accent6">
                      <a:lumMod val="75000"/>
                    </a:schemeClr>
                  </a:solidFill>
                </a:ln>
                <a:blipFill>
                  <a:blip r:embed="rId4"/>
                  <a:tile tx="0" ty="0" sx="100000" sy="100000" flip="none" algn="tl"/>
                </a:blipFill>
                <a:effectLst>
                  <a:glow rad="63500">
                    <a:schemeClr val="accent6">
                      <a:satMod val="175000"/>
                      <a:alpha val="40000"/>
                    </a:schemeClr>
                  </a:glow>
                </a:effectLst>
                <a:latin typeface="Eras Demi ITC" pitchFamily="34" charset="0"/>
              </a:rPr>
              <a:t>Also referred to as the “Protestant Revolution” and “Lutheran Reformation”</a:t>
            </a:r>
          </a:p>
          <a:p>
            <a:pPr>
              <a:buNone/>
            </a:pPr>
            <a:endParaRPr lang="en-US" sz="5000" dirty="0" smtClean="0">
              <a:ln>
                <a:solidFill>
                  <a:schemeClr val="accent6">
                    <a:lumMod val="75000"/>
                  </a:schemeClr>
                </a:solidFill>
              </a:ln>
              <a:blipFill>
                <a:blip r:embed="rId4"/>
                <a:tile tx="0" ty="0" sx="100000" sy="100000" flip="none" algn="tl"/>
              </a:blipFill>
              <a:effectLst>
                <a:glow rad="63500">
                  <a:schemeClr val="accent6">
                    <a:satMod val="175000"/>
                    <a:alpha val="40000"/>
                  </a:schemeClr>
                </a:glow>
              </a:effectLst>
              <a:latin typeface="Eras Demi ITC" pitchFamily="34" charset="0"/>
            </a:endParaRPr>
          </a:p>
          <a:p>
            <a:pPr>
              <a:buNone/>
            </a:pPr>
            <a:endParaRPr lang="en-US" sz="7200" dirty="0" smtClean="0">
              <a:ln>
                <a:solidFill>
                  <a:schemeClr val="accent6">
                    <a:lumMod val="75000"/>
                  </a:schemeClr>
                </a:solidFill>
              </a:ln>
              <a:blipFill>
                <a:blip r:embed="rId4"/>
                <a:tile tx="0" ty="0" sx="100000" sy="100000" flip="none" algn="tl"/>
              </a:blipFill>
              <a:effectLst>
                <a:glow rad="63500">
                  <a:schemeClr val="accent6">
                    <a:satMod val="175000"/>
                    <a:alpha val="40000"/>
                  </a:schemeClr>
                </a:glow>
              </a:effectLst>
              <a:latin typeface="Eras Demi ITC" pitchFamily="34" charset="0"/>
            </a:endParaRPr>
          </a:p>
          <a:p>
            <a:pPr algn="r">
              <a:buNone/>
            </a:pPr>
            <a:r>
              <a:rPr lang="en-US" sz="1800" dirty="0" err="1" smtClean="0">
                <a:ln>
                  <a:solidFill>
                    <a:schemeClr val="accent6">
                      <a:lumMod val="75000"/>
                    </a:schemeClr>
                  </a:solidFill>
                </a:ln>
                <a:blipFill>
                  <a:blip r:embed="rId4"/>
                  <a:tile tx="0" ty="0" sx="100000" sy="100000" flip="none" algn="tl"/>
                </a:blipFill>
                <a:effectLst>
                  <a:glow rad="63500">
                    <a:schemeClr val="accent6">
                      <a:satMod val="175000"/>
                      <a:alpha val="40000"/>
                    </a:schemeClr>
                  </a:glow>
                </a:effectLst>
                <a:latin typeface="Eras Demi ITC" pitchFamily="34" charset="0"/>
              </a:rPr>
              <a:t>Contd</a:t>
            </a:r>
            <a:r>
              <a:rPr lang="en-US" sz="1800" dirty="0" smtClean="0">
                <a:ln>
                  <a:solidFill>
                    <a:schemeClr val="accent6">
                      <a:lumMod val="75000"/>
                    </a:schemeClr>
                  </a:solidFill>
                </a:ln>
                <a:blipFill>
                  <a:blip r:embed="rId4"/>
                  <a:tile tx="0" ty="0" sx="100000" sy="100000" flip="none" algn="tl"/>
                </a:blipFill>
                <a:effectLst>
                  <a:glow rad="63500">
                    <a:schemeClr val="accent6">
                      <a:satMod val="175000"/>
                      <a:alpha val="40000"/>
                    </a:schemeClr>
                  </a:glow>
                </a:effectLst>
                <a:latin typeface="Eras Demi ITC" pitchFamily="34" charset="0"/>
              </a:rPr>
              <a:t>….</a:t>
            </a:r>
            <a:endParaRPr lang="en-US" sz="1800" dirty="0">
              <a:ln>
                <a:solidFill>
                  <a:schemeClr val="accent6">
                    <a:lumMod val="75000"/>
                  </a:schemeClr>
                </a:solidFill>
              </a:ln>
              <a:blipFill>
                <a:blip r:embed="rId4"/>
                <a:tile tx="0" ty="0" sx="100000" sy="100000" flip="none" algn="tl"/>
              </a:blipFill>
              <a:effectLst>
                <a:glow rad="63500">
                  <a:schemeClr val="accent6">
                    <a:satMod val="175000"/>
                    <a:alpha val="40000"/>
                  </a:schemeClr>
                </a:glow>
              </a:effectLst>
              <a:latin typeface="Eras Demi ITC" pitchFamily="34" charset="0"/>
            </a:endParaRPr>
          </a:p>
        </p:txBody>
      </p:sp>
      <p:pic>
        <p:nvPicPr>
          <p:cNvPr id="4" name="Picture 3" descr="Screenshot_2019-08-17-20-25-01-01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953000" y="990601"/>
            <a:ext cx="1905000" cy="1981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0"/>
            <a:ext cx="7315200" cy="5867400"/>
          </a:xfrm>
          <a:blipFill>
            <a:blip r:embed="rId2"/>
            <a:tile tx="0" ty="0" sx="100000" sy="100000" flip="none" algn="tl"/>
          </a:blipFill>
        </p:spPr>
        <p:txBody>
          <a:bodyPr>
            <a:normAutofit fontScale="25000" lnSpcReduction="20000"/>
          </a:bodyPr>
          <a:lstStyle/>
          <a:p>
            <a:pPr>
              <a:buFont typeface="Wingdings" pitchFamily="2" charset="2"/>
              <a:buChar char="v"/>
            </a:pPr>
            <a:endParaRPr lang="en-US" dirty="0" smtClean="0">
              <a:ln>
                <a:solidFill>
                  <a:schemeClr val="accent6">
                    <a:lumMod val="75000"/>
                  </a:schemeClr>
                </a:solidFill>
              </a:ln>
              <a:blipFill>
                <a:blip r:embed="rId3"/>
                <a:tile tx="0" ty="0" sx="100000" sy="100000" flip="none" algn="tl"/>
              </a:blipFill>
              <a:effectLst>
                <a:glow rad="63500">
                  <a:schemeClr val="accent6">
                    <a:satMod val="175000"/>
                    <a:alpha val="40000"/>
                  </a:schemeClr>
                </a:glow>
              </a:effectLst>
              <a:latin typeface="Eras Demi ITC" pitchFamily="34" charset="0"/>
            </a:endParaRPr>
          </a:p>
          <a:p>
            <a:pPr>
              <a:buNone/>
            </a:pPr>
            <a:endParaRPr lang="en-US" dirty="0" smtClean="0">
              <a:ln>
                <a:solidFill>
                  <a:schemeClr val="accent6">
                    <a:lumMod val="75000"/>
                  </a:schemeClr>
                </a:solidFill>
              </a:ln>
              <a:blipFill>
                <a:blip r:embed="rId3"/>
                <a:tile tx="0" ty="0" sx="100000" sy="100000" flip="none" algn="tl"/>
              </a:blipFill>
              <a:effectLst>
                <a:glow rad="63500">
                  <a:schemeClr val="accent6">
                    <a:satMod val="175000"/>
                    <a:alpha val="40000"/>
                  </a:schemeClr>
                </a:glow>
              </a:effectLst>
              <a:latin typeface="Eras Demi ITC" pitchFamily="34" charset="0"/>
            </a:endParaRPr>
          </a:p>
          <a:p>
            <a:pPr>
              <a:lnSpc>
                <a:spcPct val="160000"/>
              </a:lnSpc>
              <a:buFont typeface="Wingdings" pitchFamily="2" charset="2"/>
              <a:buChar char="v"/>
            </a:pPr>
            <a:endParaRPr lang="en-US" sz="7200" dirty="0" smtClean="0">
              <a:ln>
                <a:solidFill>
                  <a:schemeClr val="accent6">
                    <a:lumMod val="75000"/>
                  </a:schemeClr>
                </a:solidFill>
              </a:ln>
              <a:blipFill>
                <a:blip r:embed="rId3"/>
                <a:tile tx="0" ty="0" sx="100000" sy="100000" flip="none" algn="tl"/>
              </a:blipFill>
              <a:effectLst>
                <a:glow rad="63500">
                  <a:schemeClr val="accent6">
                    <a:satMod val="175000"/>
                    <a:alpha val="40000"/>
                  </a:schemeClr>
                </a:glow>
              </a:effectLst>
              <a:latin typeface="Eras Demi ITC" pitchFamily="34" charset="0"/>
            </a:endParaRPr>
          </a:p>
          <a:p>
            <a:pPr>
              <a:lnSpc>
                <a:spcPct val="160000"/>
              </a:lnSpc>
              <a:buFont typeface="Wingdings" pitchFamily="2" charset="2"/>
              <a:buChar char="v"/>
            </a:pPr>
            <a:endParaRPr lang="en-US" sz="7200" dirty="0" smtClean="0">
              <a:ln>
                <a:solidFill>
                  <a:schemeClr val="accent6">
                    <a:lumMod val="75000"/>
                  </a:schemeClr>
                </a:solidFill>
              </a:ln>
              <a:blipFill>
                <a:blip r:embed="rId3"/>
                <a:tile tx="0" ty="0" sx="100000" sy="100000" flip="none" algn="tl"/>
              </a:blipFill>
              <a:effectLst>
                <a:glow rad="63500">
                  <a:schemeClr val="accent6">
                    <a:satMod val="175000"/>
                    <a:alpha val="40000"/>
                  </a:schemeClr>
                </a:glow>
              </a:effectLst>
              <a:latin typeface="Eras Demi ITC" pitchFamily="34" charset="0"/>
            </a:endParaRPr>
          </a:p>
          <a:p>
            <a:pPr>
              <a:lnSpc>
                <a:spcPct val="160000"/>
              </a:lnSpc>
              <a:buFont typeface="Wingdings" pitchFamily="2" charset="2"/>
              <a:buChar char="v"/>
            </a:pPr>
            <a:endParaRPr lang="en-US" sz="7200" dirty="0" smtClean="0">
              <a:ln>
                <a:solidFill>
                  <a:schemeClr val="accent6">
                    <a:lumMod val="75000"/>
                  </a:schemeClr>
                </a:solidFill>
              </a:ln>
              <a:blipFill>
                <a:blip r:embed="rId3"/>
                <a:tile tx="0" ty="0" sx="100000" sy="100000" flip="none" algn="tl"/>
              </a:blipFill>
              <a:effectLst>
                <a:glow rad="63500">
                  <a:schemeClr val="accent6">
                    <a:satMod val="175000"/>
                    <a:alpha val="40000"/>
                  </a:schemeClr>
                </a:glow>
              </a:effectLst>
              <a:latin typeface="Eras Demi ITC" pitchFamily="34" charset="0"/>
            </a:endParaRPr>
          </a:p>
          <a:p>
            <a:pPr>
              <a:lnSpc>
                <a:spcPct val="160000"/>
              </a:lnSpc>
              <a:buFont typeface="Wingdings" pitchFamily="2" charset="2"/>
              <a:buChar char="v"/>
            </a:pPr>
            <a:endParaRPr lang="en-US" sz="7200" dirty="0" smtClean="0">
              <a:ln>
                <a:solidFill>
                  <a:schemeClr val="accent6">
                    <a:lumMod val="75000"/>
                  </a:schemeClr>
                </a:solidFill>
              </a:ln>
              <a:blipFill>
                <a:blip r:embed="rId3"/>
                <a:tile tx="0" ty="0" sx="100000" sy="100000" flip="none" algn="tl"/>
              </a:blipFill>
              <a:effectLst>
                <a:glow rad="63500">
                  <a:schemeClr val="accent6">
                    <a:satMod val="175000"/>
                    <a:alpha val="40000"/>
                  </a:schemeClr>
                </a:glow>
              </a:effectLst>
              <a:latin typeface="Eras Demi ITC" pitchFamily="34" charset="0"/>
            </a:endParaRPr>
          </a:p>
          <a:p>
            <a:pPr>
              <a:lnSpc>
                <a:spcPct val="160000"/>
              </a:lnSpc>
              <a:buFont typeface="Wingdings" pitchFamily="2" charset="2"/>
              <a:buChar char="v"/>
            </a:pPr>
            <a:endParaRPr lang="en-US" sz="7200" dirty="0" smtClean="0">
              <a:ln>
                <a:solidFill>
                  <a:schemeClr val="accent6">
                    <a:lumMod val="75000"/>
                  </a:schemeClr>
                </a:solidFill>
              </a:ln>
              <a:blipFill>
                <a:blip r:embed="rId3"/>
                <a:tile tx="0" ty="0" sx="100000" sy="100000" flip="none" algn="tl"/>
              </a:blipFill>
              <a:effectLst>
                <a:glow rad="63500">
                  <a:schemeClr val="accent6">
                    <a:satMod val="175000"/>
                    <a:alpha val="40000"/>
                  </a:schemeClr>
                </a:glow>
              </a:effectLst>
              <a:latin typeface="Eras Demi ITC" pitchFamily="34" charset="0"/>
            </a:endParaRPr>
          </a:p>
          <a:p>
            <a:pPr>
              <a:lnSpc>
                <a:spcPct val="160000"/>
              </a:lnSpc>
              <a:buFont typeface="Wingdings" pitchFamily="2" charset="2"/>
              <a:buChar char="v"/>
            </a:pPr>
            <a:endParaRPr lang="en-US" sz="7200" dirty="0" smtClean="0">
              <a:ln>
                <a:solidFill>
                  <a:schemeClr val="accent6">
                    <a:lumMod val="75000"/>
                  </a:schemeClr>
                </a:solidFill>
              </a:ln>
              <a:blipFill>
                <a:blip r:embed="rId3"/>
                <a:tile tx="0" ty="0" sx="100000" sy="100000" flip="none" algn="tl"/>
              </a:blipFill>
              <a:effectLst>
                <a:glow rad="63500">
                  <a:schemeClr val="accent6">
                    <a:satMod val="175000"/>
                    <a:alpha val="40000"/>
                  </a:schemeClr>
                </a:glow>
              </a:effectLst>
              <a:latin typeface="Eras Demi ITC" pitchFamily="34" charset="0"/>
            </a:endParaRPr>
          </a:p>
          <a:p>
            <a:pPr>
              <a:lnSpc>
                <a:spcPct val="160000"/>
              </a:lnSpc>
              <a:buFont typeface="Wingdings" pitchFamily="2" charset="2"/>
              <a:buChar char="v"/>
            </a:pPr>
            <a:r>
              <a:rPr lang="en-US" sz="7200" dirty="0" smtClean="0">
                <a:ln>
                  <a:solidFill>
                    <a:schemeClr val="accent6">
                      <a:lumMod val="75000"/>
                    </a:schemeClr>
                  </a:solidFill>
                </a:ln>
                <a:blipFill>
                  <a:blip r:embed="rId3"/>
                  <a:tile tx="0" ty="0" sx="100000" sy="100000" flip="none" algn="tl"/>
                </a:blipFill>
                <a:effectLst>
                  <a:glow rad="63500">
                    <a:schemeClr val="accent6">
                      <a:satMod val="175000"/>
                      <a:alpha val="40000"/>
                    </a:schemeClr>
                  </a:glow>
                </a:effectLst>
                <a:latin typeface="Eras Demi ITC" pitchFamily="34" charset="0"/>
              </a:rPr>
              <a:t>Reformation of some doctrines and practices of the Roman Catholic Church like</a:t>
            </a:r>
          </a:p>
          <a:p>
            <a:pPr>
              <a:lnSpc>
                <a:spcPct val="170000"/>
              </a:lnSpc>
              <a:buNone/>
            </a:pPr>
            <a:r>
              <a:rPr lang="en-US" sz="7200" dirty="0" smtClean="0">
                <a:ln>
                  <a:solidFill>
                    <a:schemeClr val="accent6">
                      <a:lumMod val="75000"/>
                    </a:schemeClr>
                  </a:solidFill>
                </a:ln>
                <a:blipFill>
                  <a:blip r:embed="rId3"/>
                  <a:tile tx="0" ty="0" sx="100000" sy="100000" flip="none" algn="tl"/>
                </a:blipFill>
                <a:effectLst>
                  <a:glow rad="63500">
                    <a:schemeClr val="accent6">
                      <a:satMod val="175000"/>
                      <a:alpha val="40000"/>
                    </a:schemeClr>
                  </a:glow>
                </a:effectLst>
                <a:latin typeface="Eras Demi ITC" pitchFamily="34" charset="0"/>
              </a:rPr>
              <a:t>     &gt; Abuse of power and corruption</a:t>
            </a:r>
          </a:p>
          <a:p>
            <a:pPr>
              <a:lnSpc>
                <a:spcPct val="170000"/>
              </a:lnSpc>
              <a:buNone/>
            </a:pPr>
            <a:r>
              <a:rPr lang="en-US" sz="7200" dirty="0" smtClean="0">
                <a:ln>
                  <a:solidFill>
                    <a:schemeClr val="accent6">
                      <a:lumMod val="75000"/>
                    </a:schemeClr>
                  </a:solidFill>
                </a:ln>
                <a:blipFill>
                  <a:blip r:embed="rId3"/>
                  <a:tile tx="0" ty="0" sx="100000" sy="100000" flip="none" algn="tl"/>
                </a:blipFill>
                <a:effectLst>
                  <a:glow rad="63500">
                    <a:schemeClr val="accent6">
                      <a:satMod val="175000"/>
                      <a:alpha val="40000"/>
                    </a:schemeClr>
                  </a:glow>
                </a:effectLst>
                <a:latin typeface="Eras Demi ITC" pitchFamily="34" charset="0"/>
              </a:rPr>
              <a:t>     &gt; Pope corrupted by power</a:t>
            </a:r>
          </a:p>
          <a:p>
            <a:pPr>
              <a:buNone/>
            </a:pPr>
            <a:r>
              <a:rPr lang="en-US" sz="7200" smtClean="0">
                <a:ln>
                  <a:solidFill>
                    <a:schemeClr val="accent6">
                      <a:lumMod val="75000"/>
                    </a:schemeClr>
                  </a:solidFill>
                </a:ln>
                <a:blipFill>
                  <a:blip r:embed="rId3"/>
                  <a:tile tx="0" ty="0" sx="100000" sy="100000" flip="none" algn="tl"/>
                </a:blipFill>
                <a:effectLst>
                  <a:glow rad="63500">
                    <a:schemeClr val="accent6">
                      <a:satMod val="175000"/>
                      <a:alpha val="40000"/>
                    </a:schemeClr>
                  </a:glow>
                </a:effectLst>
                <a:latin typeface="Eras Demi ITC" pitchFamily="34" charset="0"/>
              </a:rPr>
              <a:t>     </a:t>
            </a:r>
            <a:r>
              <a:rPr lang="en-US" sz="7200" dirty="0" smtClean="0">
                <a:ln>
                  <a:solidFill>
                    <a:schemeClr val="accent6">
                      <a:lumMod val="75000"/>
                    </a:schemeClr>
                  </a:solidFill>
                </a:ln>
                <a:blipFill>
                  <a:blip r:embed="rId3"/>
                  <a:tile tx="0" ty="0" sx="100000" sy="100000" flip="none" algn="tl"/>
                </a:blipFill>
                <a:effectLst>
                  <a:glow rad="63500">
                    <a:schemeClr val="accent6">
                      <a:satMod val="175000"/>
                      <a:alpha val="40000"/>
                    </a:schemeClr>
                  </a:glow>
                </a:effectLst>
                <a:latin typeface="Eras Demi ITC" pitchFamily="34" charset="0"/>
              </a:rPr>
              <a:t>&gt; Loss of spirituality</a:t>
            </a:r>
          </a:p>
          <a:p>
            <a:pPr>
              <a:lnSpc>
                <a:spcPct val="170000"/>
              </a:lnSpc>
              <a:buNone/>
            </a:pPr>
            <a:r>
              <a:rPr lang="en-US" sz="7200" dirty="0" smtClean="0">
                <a:ln>
                  <a:solidFill>
                    <a:schemeClr val="accent6">
                      <a:lumMod val="75000"/>
                    </a:schemeClr>
                  </a:solidFill>
                </a:ln>
                <a:blipFill>
                  <a:blip r:embed="rId3"/>
                  <a:tile tx="0" ty="0" sx="100000" sy="100000" flip="none" algn="tl"/>
                </a:blipFill>
                <a:effectLst>
                  <a:glow rad="63500">
                    <a:schemeClr val="accent6">
                      <a:satMod val="175000"/>
                      <a:alpha val="40000"/>
                    </a:schemeClr>
                  </a:glow>
                </a:effectLst>
                <a:latin typeface="Eras Demi ITC" pitchFamily="34" charset="0"/>
              </a:rPr>
              <a:t>     &gt; Selling Indulgences</a:t>
            </a:r>
          </a:p>
          <a:p>
            <a:pPr>
              <a:buNone/>
            </a:pPr>
            <a:endParaRPr lang="en-US" dirty="0" smtClean="0">
              <a:ln>
                <a:solidFill>
                  <a:schemeClr val="accent6">
                    <a:lumMod val="75000"/>
                  </a:schemeClr>
                </a:solidFill>
              </a:ln>
              <a:blipFill>
                <a:blip r:embed="rId3"/>
                <a:tile tx="0" ty="0" sx="100000" sy="100000" flip="none" algn="tl"/>
              </a:blipFill>
              <a:effectLst>
                <a:glow rad="63500">
                  <a:schemeClr val="accent6">
                    <a:satMod val="175000"/>
                    <a:alpha val="40000"/>
                  </a:schemeClr>
                </a:glow>
              </a:effectLst>
              <a:latin typeface="Eras Demi ITC" pitchFamily="34" charset="0"/>
            </a:endParaRPr>
          </a:p>
          <a:p>
            <a:endParaRPr lang="en-US" dirty="0"/>
          </a:p>
        </p:txBody>
      </p:sp>
      <p:pic>
        <p:nvPicPr>
          <p:cNvPr id="6" name="Picture 5" descr="Screenshot_2019-08-17-21-11-28-5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0" y="152400"/>
            <a:ext cx="4495800" cy="2743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7315200" cy="1134111"/>
          </a:xfrm>
          <a:blipFill>
            <a:blip r:embed="rId2"/>
            <a:tile tx="0" ty="0" sx="100000" sy="100000" flip="none" algn="tl"/>
          </a:blipFill>
          <a:ln>
            <a:noFill/>
          </a:ln>
          <a:effectLst>
            <a:glow rad="101600">
              <a:schemeClr val="accent6">
                <a:satMod val="175000"/>
                <a:alpha val="40000"/>
              </a:schemeClr>
            </a:glow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4000" b="1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sewood Std Regular" pitchFamily="82" charset="0"/>
              </a:rPr>
              <a:t>MARTIN   LUTHER </a:t>
            </a:r>
            <a:endParaRPr lang="en-US" sz="4000" b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osewood Std Regular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1143000"/>
            <a:ext cx="5029200" cy="4343400"/>
          </a:xfrm>
          <a:blipFill>
            <a:blip r:embed="rId3"/>
            <a:tile tx="0" ty="0" sx="100000" sy="100000" flip="none" algn="tl"/>
          </a:blipFill>
        </p:spPr>
        <p:txBody>
          <a:bodyPr>
            <a:normAutofit fontScale="77500" lnSpcReduction="20000"/>
          </a:bodyPr>
          <a:lstStyle/>
          <a:p>
            <a:pPr>
              <a:buFont typeface="Wingdings" pitchFamily="2" charset="2"/>
              <a:buChar char="v"/>
            </a:pPr>
            <a:endParaRPr lang="en-US" sz="1800" dirty="0" smtClean="0">
              <a:blipFill>
                <a:blip r:embed="rId4"/>
                <a:tile tx="0" ty="0" sx="100000" sy="100000" flip="none" algn="tl"/>
              </a:blipFill>
              <a:effectLst>
                <a:glow rad="101600">
                  <a:schemeClr val="accent6">
                    <a:satMod val="175000"/>
                    <a:alpha val="40000"/>
                  </a:schemeClr>
                </a:glow>
              </a:effectLst>
              <a:latin typeface="Eras Demi ITC" pitchFamily="34" charset="0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600" dirty="0" smtClean="0">
                <a:blipFill>
                  <a:blip r:embed="rId4"/>
                  <a:tile tx="0" ty="0" sx="100000" sy="100000" flip="none" algn="tl"/>
                </a:blipFill>
                <a:effectLst>
                  <a:glow rad="101600">
                    <a:schemeClr val="accent6">
                      <a:satMod val="175000"/>
                      <a:alpha val="40000"/>
                    </a:schemeClr>
                  </a:glow>
                </a:effectLst>
                <a:latin typeface="Eras Demi ITC" pitchFamily="34" charset="0"/>
              </a:rPr>
              <a:t>Ordained as priest in 1507</a:t>
            </a:r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600" dirty="0" smtClean="0">
                <a:blipFill>
                  <a:blip r:embed="rId4"/>
                  <a:tile tx="0" ty="0" sx="100000" sy="100000" flip="none" algn="tl"/>
                </a:blipFill>
                <a:effectLst>
                  <a:glow rad="101600">
                    <a:schemeClr val="accent6">
                      <a:satMod val="175000"/>
                      <a:alpha val="40000"/>
                    </a:schemeClr>
                  </a:glow>
                </a:effectLst>
                <a:latin typeface="Eras Demi ITC" pitchFamily="34" charset="0"/>
              </a:rPr>
              <a:t>Professor at the university of Wittenberg, Germany, in 1508</a:t>
            </a:r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600" dirty="0" smtClean="0">
                <a:blipFill>
                  <a:blip r:embed="rId4"/>
                  <a:tile tx="0" ty="0" sx="100000" sy="100000" flip="none" algn="tl"/>
                </a:blipFill>
                <a:effectLst>
                  <a:glow rad="101600">
                    <a:schemeClr val="accent6">
                      <a:satMod val="175000"/>
                      <a:alpha val="40000"/>
                    </a:schemeClr>
                  </a:glow>
                </a:effectLst>
                <a:latin typeface="Eras Demi ITC" pitchFamily="34" charset="0"/>
              </a:rPr>
              <a:t>Disillusioned with the views and practices of the Church</a:t>
            </a:r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600" dirty="0" smtClean="0">
                <a:blipFill>
                  <a:blip r:embed="rId4"/>
                  <a:tile tx="0" ty="0" sx="100000" sy="100000" flip="none" algn="tl"/>
                </a:blipFill>
                <a:effectLst>
                  <a:glow rad="101600">
                    <a:schemeClr val="accent6">
                      <a:satMod val="175000"/>
                      <a:alpha val="40000"/>
                    </a:schemeClr>
                  </a:glow>
                </a:effectLst>
                <a:latin typeface="Eras Demi ITC" pitchFamily="34" charset="0"/>
              </a:rPr>
              <a:t>Published 95 theses on October 31, 1517, criticizing the practice of selling indulgences</a:t>
            </a:r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600" dirty="0" smtClean="0">
                <a:blipFill>
                  <a:blip r:embed="rId4"/>
                  <a:tile tx="0" ty="0" sx="100000" sy="100000" flip="none" algn="tl"/>
                </a:blipFill>
                <a:effectLst>
                  <a:glow rad="101600">
                    <a:schemeClr val="accent6">
                      <a:satMod val="175000"/>
                      <a:alpha val="40000"/>
                    </a:schemeClr>
                  </a:glow>
                </a:effectLst>
                <a:latin typeface="Eras Demi ITC" pitchFamily="34" charset="0"/>
              </a:rPr>
              <a:t>He was later excommunicated</a:t>
            </a:r>
          </a:p>
          <a:p>
            <a:pPr>
              <a:lnSpc>
                <a:spcPct val="150000"/>
              </a:lnSpc>
              <a:buNone/>
            </a:pPr>
            <a:endParaRPr lang="en-US" sz="2600" dirty="0" smtClean="0">
              <a:blipFill>
                <a:blip r:embed="rId4"/>
                <a:tile tx="0" ty="0" sx="100000" sy="100000" flip="none" algn="tl"/>
              </a:blipFill>
              <a:effectLst>
                <a:glow rad="101600">
                  <a:schemeClr val="accent6">
                    <a:satMod val="175000"/>
                    <a:alpha val="40000"/>
                  </a:schemeClr>
                </a:glow>
              </a:effectLst>
              <a:latin typeface="Eras Demi ITC" pitchFamily="34" charset="0"/>
            </a:endParaRPr>
          </a:p>
        </p:txBody>
      </p:sp>
      <p:pic>
        <p:nvPicPr>
          <p:cNvPr id="5" name="Content Placeholder 4" descr="Screenshot_2019-08-17-20-37-05-53.png"/>
          <p:cNvPicPr>
            <a:picLocks noGrp="1" noChangeAspect="1"/>
          </p:cNvPicPr>
          <p:nvPr>
            <p:ph sz="half" idx="2"/>
          </p:nvPr>
        </p:nvPicPr>
        <p:blipFill>
          <a:blip r:embed="rId5" cstate="print"/>
          <a:stretch>
            <a:fillRect/>
          </a:stretch>
        </p:blipFill>
        <p:spPr>
          <a:xfrm>
            <a:off x="5029201" y="1143000"/>
            <a:ext cx="2285999" cy="43434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7315200" cy="914400"/>
          </a:xfrm>
          <a:blipFill>
            <a:blip r:embed="rId2"/>
            <a:tile tx="0" ty="0" sx="100000" sy="100000" flip="none" algn="tl"/>
          </a:blipFill>
          <a:ln>
            <a:noFill/>
          </a:ln>
        </p:spPr>
        <p:txBody>
          <a:bodyPr>
            <a:normAutofit/>
          </a:bodyPr>
          <a:lstStyle/>
          <a:p>
            <a:r>
              <a:rPr lang="en-US" sz="4000" dirty="0" smtClean="0">
                <a:ln>
                  <a:solidFill>
                    <a:schemeClr val="bg2">
                      <a:lumMod val="1000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Rosewood Std Regular" pitchFamily="82" charset="0"/>
              </a:rPr>
              <a:t>IDEAS   OF  LUTHER</a:t>
            </a:r>
            <a:endParaRPr lang="en-US" sz="4000" dirty="0">
              <a:ln>
                <a:solidFill>
                  <a:schemeClr val="bg2">
                    <a:lumMod val="1000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Rosewood Std Regular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14400"/>
            <a:ext cx="7315200" cy="4754881"/>
          </a:xfrm>
          <a:blipFill>
            <a:blip r:embed="rId3"/>
            <a:tile tx="0" ty="0" sx="100000" sy="100000" flip="none" algn="tl"/>
          </a:blipFill>
        </p:spPr>
        <p:txBody>
          <a:bodyPr/>
          <a:lstStyle/>
          <a:p>
            <a:pPr>
              <a:buFont typeface="Wingdings" pitchFamily="2" charset="2"/>
              <a:buChar char="v"/>
            </a:pPr>
            <a:endParaRPr lang="en-US" dirty="0" smtClean="0">
              <a:ln>
                <a:solidFill>
                  <a:schemeClr val="bg2">
                    <a:lumMod val="10000"/>
                  </a:schemeClr>
                </a:solidFill>
              </a:ln>
              <a:solidFill>
                <a:schemeClr val="accent6">
                  <a:lumMod val="50000"/>
                </a:schemeClr>
              </a:solidFill>
              <a:effectLst>
                <a:glow rad="63500">
                  <a:schemeClr val="accent6">
                    <a:satMod val="175000"/>
                    <a:alpha val="40000"/>
                  </a:schemeClr>
                </a:glow>
              </a:effectLst>
              <a:latin typeface="Eras Demi ITC" pitchFamily="34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dirty="0" smtClean="0">
                <a:ln>
                  <a:solidFill>
                    <a:schemeClr val="bg2">
                      <a:lumMod val="10000"/>
                    </a:schemeClr>
                  </a:solidFill>
                </a:ln>
                <a:solidFill>
                  <a:schemeClr val="accent6">
                    <a:lumMod val="50000"/>
                  </a:schemeClr>
                </a:solidFill>
                <a:effectLst>
                  <a:glow rad="63500">
                    <a:schemeClr val="accent6">
                      <a:satMod val="175000"/>
                      <a:alpha val="40000"/>
                    </a:schemeClr>
                  </a:glow>
                </a:effectLst>
                <a:latin typeface="Eras Demi ITC" pitchFamily="34" charset="0"/>
              </a:rPr>
              <a:t>Purgatory was a false doctrine</a:t>
            </a:r>
          </a:p>
          <a:p>
            <a:pPr>
              <a:buFont typeface="Wingdings" pitchFamily="2" charset="2"/>
              <a:buChar char="v"/>
            </a:pPr>
            <a:r>
              <a:rPr lang="en-US" dirty="0" smtClean="0">
                <a:ln>
                  <a:solidFill>
                    <a:schemeClr val="bg2">
                      <a:lumMod val="10000"/>
                    </a:schemeClr>
                  </a:solidFill>
                </a:ln>
                <a:solidFill>
                  <a:schemeClr val="accent6">
                    <a:lumMod val="50000"/>
                  </a:schemeClr>
                </a:solidFill>
                <a:effectLst>
                  <a:glow rad="63500">
                    <a:schemeClr val="accent6">
                      <a:satMod val="175000"/>
                      <a:alpha val="40000"/>
                    </a:schemeClr>
                  </a:glow>
                </a:effectLst>
                <a:latin typeface="Eras Demi ITC" pitchFamily="34" charset="0"/>
              </a:rPr>
              <a:t>Salvation was through faith alone</a:t>
            </a:r>
          </a:p>
          <a:p>
            <a:pPr>
              <a:buFont typeface="Wingdings" pitchFamily="2" charset="2"/>
              <a:buChar char="v"/>
            </a:pPr>
            <a:r>
              <a:rPr lang="en-US" dirty="0" smtClean="0">
                <a:ln>
                  <a:solidFill>
                    <a:schemeClr val="bg2">
                      <a:lumMod val="10000"/>
                    </a:schemeClr>
                  </a:solidFill>
                </a:ln>
                <a:solidFill>
                  <a:schemeClr val="accent6">
                    <a:lumMod val="50000"/>
                  </a:schemeClr>
                </a:solidFill>
                <a:effectLst>
                  <a:glow rad="63500">
                    <a:schemeClr val="accent6">
                      <a:satMod val="175000"/>
                      <a:alpha val="40000"/>
                    </a:schemeClr>
                  </a:glow>
                </a:effectLst>
                <a:latin typeface="Eras Demi ITC" pitchFamily="34" charset="0"/>
              </a:rPr>
              <a:t>The Bible alone should be the</a:t>
            </a:r>
          </a:p>
          <a:p>
            <a:pPr>
              <a:buNone/>
            </a:pPr>
            <a:r>
              <a:rPr lang="en-US" dirty="0" smtClean="0">
                <a:ln>
                  <a:solidFill>
                    <a:schemeClr val="bg2">
                      <a:lumMod val="10000"/>
                    </a:schemeClr>
                  </a:solidFill>
                </a:ln>
                <a:solidFill>
                  <a:schemeClr val="accent6">
                    <a:lumMod val="50000"/>
                  </a:schemeClr>
                </a:solidFill>
                <a:effectLst>
                  <a:glow rad="63500">
                    <a:schemeClr val="accent6">
                      <a:satMod val="175000"/>
                      <a:alpha val="40000"/>
                    </a:schemeClr>
                  </a:glow>
                </a:effectLst>
                <a:latin typeface="Eras Demi ITC" pitchFamily="34" charset="0"/>
              </a:rPr>
              <a:t>    final authority for truth</a:t>
            </a:r>
          </a:p>
          <a:p>
            <a:pPr>
              <a:buFont typeface="Wingdings" pitchFamily="2" charset="2"/>
              <a:buChar char="v"/>
            </a:pPr>
            <a:r>
              <a:rPr lang="en-US" dirty="0" smtClean="0">
                <a:ln>
                  <a:solidFill>
                    <a:schemeClr val="bg2">
                      <a:lumMod val="10000"/>
                    </a:schemeClr>
                  </a:solidFill>
                </a:ln>
                <a:solidFill>
                  <a:schemeClr val="accent6">
                    <a:lumMod val="50000"/>
                  </a:schemeClr>
                </a:solidFill>
                <a:effectLst>
                  <a:glow rad="63500">
                    <a:schemeClr val="accent6">
                      <a:satMod val="175000"/>
                      <a:alpha val="40000"/>
                    </a:schemeClr>
                  </a:glow>
                </a:effectLst>
                <a:latin typeface="Eras Demi ITC" pitchFamily="34" charset="0"/>
              </a:rPr>
              <a:t>Only two Sacraments</a:t>
            </a:r>
          </a:p>
          <a:p>
            <a:pPr>
              <a:buNone/>
            </a:pPr>
            <a:r>
              <a:rPr lang="en-US" dirty="0" smtClean="0">
                <a:ln>
                  <a:solidFill>
                    <a:schemeClr val="bg2">
                      <a:lumMod val="10000"/>
                    </a:schemeClr>
                  </a:solidFill>
                </a:ln>
                <a:solidFill>
                  <a:schemeClr val="accent6">
                    <a:lumMod val="50000"/>
                  </a:schemeClr>
                </a:solidFill>
                <a:effectLst>
                  <a:glow rad="63500">
                    <a:schemeClr val="accent6">
                      <a:satMod val="175000"/>
                      <a:alpha val="40000"/>
                    </a:schemeClr>
                  </a:glow>
                </a:effectLst>
                <a:latin typeface="Eras Demi ITC" pitchFamily="34" charset="0"/>
              </a:rPr>
              <a:t>    ( ‘Baptism’ and ‘Last Supper’)</a:t>
            </a:r>
          </a:p>
          <a:p>
            <a:pPr>
              <a:buNone/>
            </a:pPr>
            <a:r>
              <a:rPr lang="en-US" smtClean="0">
                <a:ln>
                  <a:solidFill>
                    <a:schemeClr val="bg2">
                      <a:lumMod val="10000"/>
                    </a:schemeClr>
                  </a:solidFill>
                </a:ln>
                <a:solidFill>
                  <a:schemeClr val="accent6">
                    <a:lumMod val="50000"/>
                  </a:schemeClr>
                </a:solidFill>
                <a:effectLst>
                  <a:glow rad="63500">
                    <a:schemeClr val="accent6">
                      <a:satMod val="175000"/>
                      <a:alpha val="40000"/>
                    </a:schemeClr>
                  </a:glow>
                </a:effectLst>
                <a:latin typeface="Eras Demi ITC" pitchFamily="34" charset="0"/>
              </a:rPr>
              <a:t>    were </a:t>
            </a:r>
            <a:r>
              <a:rPr lang="en-US" dirty="0" smtClean="0">
                <a:ln>
                  <a:solidFill>
                    <a:schemeClr val="bg2">
                      <a:lumMod val="10000"/>
                    </a:schemeClr>
                  </a:solidFill>
                </a:ln>
                <a:solidFill>
                  <a:schemeClr val="accent6">
                    <a:lumMod val="50000"/>
                  </a:schemeClr>
                </a:solidFill>
                <a:effectLst>
                  <a:glow rad="63500">
                    <a:schemeClr val="accent6">
                      <a:satMod val="175000"/>
                      <a:alpha val="40000"/>
                    </a:schemeClr>
                  </a:glow>
                </a:effectLst>
                <a:latin typeface="Eras Demi ITC" pitchFamily="34" charset="0"/>
              </a:rPr>
              <a:t>valid on accounts of Scriptural Support. </a:t>
            </a:r>
          </a:p>
          <a:p>
            <a:pPr>
              <a:buNone/>
            </a:pPr>
            <a:endParaRPr lang="en-US" dirty="0">
              <a:ln>
                <a:solidFill>
                  <a:schemeClr val="bg2">
                    <a:lumMod val="10000"/>
                  </a:schemeClr>
                </a:solidFill>
              </a:ln>
              <a:solidFill>
                <a:schemeClr val="accent6">
                  <a:lumMod val="50000"/>
                </a:schemeClr>
              </a:solidFill>
              <a:effectLst>
                <a:glow rad="63500">
                  <a:schemeClr val="accent6">
                    <a:satMod val="175000"/>
                    <a:alpha val="40000"/>
                  </a:schemeClr>
                </a:glow>
              </a:effectLst>
              <a:latin typeface="Eras Demi ITC" pitchFamily="34" charset="0"/>
            </a:endParaRPr>
          </a:p>
        </p:txBody>
      </p:sp>
      <p:pic>
        <p:nvPicPr>
          <p:cNvPr id="4" name="Picture 3" descr="156604883524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990600"/>
            <a:ext cx="1981200" cy="1524000"/>
          </a:xfrm>
          <a:prstGeom prst="rect">
            <a:avLst/>
          </a:prstGeom>
        </p:spPr>
      </p:pic>
      <p:pic>
        <p:nvPicPr>
          <p:cNvPr id="5" name="Picture 4" descr="156604883506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0" y="2514600"/>
            <a:ext cx="1981200" cy="1524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7315200" cy="1134111"/>
          </a:xfrm>
          <a:blipFill>
            <a:blip r:embed="rId2"/>
            <a:tile tx="0" ty="0" sx="100000" sy="100000" flip="none" algn="tl"/>
          </a:blipFill>
        </p:spPr>
        <p:txBody>
          <a:bodyPr>
            <a:normAutofit/>
            <a:scene3d>
              <a:camera prst="orthographicFront"/>
              <a:lightRig rig="threePt" dir="t"/>
            </a:scene3d>
            <a:sp3d extrusionH="57150">
              <a:bevelT w="57150" h="38100" prst="artDeco"/>
            </a:sp3d>
          </a:bodyPr>
          <a:lstStyle/>
          <a:p>
            <a:r>
              <a:rPr lang="en-US" sz="4000" dirty="0" smtClean="0">
                <a:ln>
                  <a:solidFill>
                    <a:schemeClr val="accent2">
                      <a:lumMod val="5000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Rosewood Std Regular" pitchFamily="82" charset="0"/>
              </a:rPr>
              <a:t>impact</a:t>
            </a:r>
            <a:endParaRPr lang="en-US" sz="4000" dirty="0">
              <a:ln>
                <a:solidFill>
                  <a:schemeClr val="accent2">
                    <a:lumMod val="5000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  <a:latin typeface="Rosewood Std Regular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1143000"/>
            <a:ext cx="4876800" cy="4343400"/>
          </a:xfrm>
          <a:blipFill>
            <a:blip r:embed="rId3"/>
            <a:tile tx="0" ty="0" sx="100000" sy="100000" flip="none" algn="tl"/>
          </a:blipFill>
        </p:spPr>
        <p:txBody>
          <a:bodyPr>
            <a:normAutofit fontScale="92500" lnSpcReduction="20000"/>
          </a:bodyPr>
          <a:lstStyle/>
          <a:p>
            <a:pPr>
              <a:buNone/>
            </a:pPr>
            <a:endParaRPr lang="en-US" sz="2100" dirty="0" smtClean="0">
              <a:ln>
                <a:solidFill>
                  <a:schemeClr val="bg2">
                    <a:lumMod val="10000"/>
                  </a:schemeClr>
                </a:solidFill>
              </a:ln>
              <a:solidFill>
                <a:schemeClr val="accent2">
                  <a:lumMod val="50000"/>
                </a:schemeClr>
              </a:solidFill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  <a:latin typeface="Eras Demi ITC" pitchFamily="34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sz="2100" dirty="0" smtClean="0">
                <a:ln>
                  <a:solidFill>
                    <a:schemeClr val="bg2">
                      <a:lumMod val="10000"/>
                    </a:schemeClr>
                  </a:solidFill>
                </a:ln>
                <a:solidFill>
                  <a:schemeClr val="accent2">
                    <a:lumMod val="50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Eras Demi ITC" pitchFamily="34" charset="0"/>
              </a:rPr>
              <a:t>Other reformers </a:t>
            </a:r>
            <a:r>
              <a:rPr lang="en-US" dirty="0" smtClean="0">
                <a:ln>
                  <a:solidFill>
                    <a:schemeClr val="bg2">
                      <a:lumMod val="10000"/>
                    </a:schemeClr>
                  </a:solidFill>
                </a:ln>
                <a:solidFill>
                  <a:schemeClr val="accent2">
                    <a:lumMod val="50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Eras Demi ITC" pitchFamily="34" charset="0"/>
              </a:rPr>
              <a:t>were</a:t>
            </a:r>
            <a:r>
              <a:rPr lang="en-US" sz="2100" dirty="0" smtClean="0">
                <a:ln>
                  <a:solidFill>
                    <a:schemeClr val="bg2">
                      <a:lumMod val="10000"/>
                    </a:schemeClr>
                  </a:solidFill>
                </a:ln>
                <a:solidFill>
                  <a:schemeClr val="accent2">
                    <a:lumMod val="50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Eras Demi ITC" pitchFamily="34" charset="0"/>
              </a:rPr>
              <a:t> Calvin and Zwingli </a:t>
            </a:r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100" dirty="0" smtClean="0">
                <a:ln>
                  <a:solidFill>
                    <a:schemeClr val="bg2">
                      <a:lumMod val="10000"/>
                    </a:schemeClr>
                  </a:solidFill>
                </a:ln>
                <a:solidFill>
                  <a:schemeClr val="accent2">
                    <a:lumMod val="50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Eras Demi ITC" pitchFamily="34" charset="0"/>
              </a:rPr>
              <a:t>Role of Printing Press</a:t>
            </a:r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100" dirty="0" smtClean="0">
                <a:ln>
                  <a:solidFill>
                    <a:schemeClr val="bg2">
                      <a:lumMod val="10000"/>
                    </a:schemeClr>
                  </a:solidFill>
                </a:ln>
                <a:solidFill>
                  <a:schemeClr val="accent2">
                    <a:lumMod val="50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Eras Demi ITC" pitchFamily="34" charset="0"/>
              </a:rPr>
              <a:t>Reforms also began in Switzerland, Scotland and Hungary</a:t>
            </a:r>
          </a:p>
          <a:p>
            <a:pPr>
              <a:lnSpc>
                <a:spcPct val="160000"/>
              </a:lnSpc>
              <a:buFont typeface="Wingdings" pitchFamily="2" charset="2"/>
              <a:buChar char="v"/>
            </a:pPr>
            <a:r>
              <a:rPr lang="en-US" sz="2100" dirty="0" smtClean="0">
                <a:ln>
                  <a:solidFill>
                    <a:schemeClr val="bg2">
                      <a:lumMod val="10000"/>
                    </a:schemeClr>
                  </a:solidFill>
                </a:ln>
                <a:solidFill>
                  <a:schemeClr val="accent2">
                    <a:lumMod val="50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Eras Demi ITC" pitchFamily="34" charset="0"/>
              </a:rPr>
              <a:t>Separation of the Church of England, under Henry VIII in 1529</a:t>
            </a:r>
          </a:p>
          <a:p>
            <a:pPr>
              <a:lnSpc>
                <a:spcPct val="170000"/>
              </a:lnSpc>
              <a:buFont typeface="Wingdings" pitchFamily="2" charset="2"/>
              <a:buChar char="v"/>
            </a:pPr>
            <a:r>
              <a:rPr lang="en-US" sz="2100" dirty="0" smtClean="0">
                <a:ln>
                  <a:solidFill>
                    <a:schemeClr val="bg2">
                      <a:lumMod val="10000"/>
                    </a:schemeClr>
                  </a:solidFill>
                </a:ln>
                <a:solidFill>
                  <a:schemeClr val="accent2">
                    <a:lumMod val="50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Eras Demi ITC" pitchFamily="34" charset="0"/>
              </a:rPr>
              <a:t>Instead of a single Church Reform, this movement caused a division in the Church</a:t>
            </a:r>
            <a:endParaRPr lang="en-US" sz="2100" dirty="0">
              <a:ln>
                <a:solidFill>
                  <a:schemeClr val="bg2">
                    <a:lumMod val="10000"/>
                  </a:schemeClr>
                </a:solidFill>
              </a:ln>
              <a:solidFill>
                <a:schemeClr val="accent2">
                  <a:lumMod val="50000"/>
                </a:schemeClr>
              </a:solidFill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  <a:latin typeface="Eras Demi ITC" pitchFamily="34" charset="0"/>
            </a:endParaRPr>
          </a:p>
        </p:txBody>
      </p:sp>
      <p:pic>
        <p:nvPicPr>
          <p:cNvPr id="7" name="Content Placeholder 6" descr="1566053948964.jpg"/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4876800" y="1143000"/>
            <a:ext cx="2438400" cy="43434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0" y="1"/>
            <a:ext cx="7315201" cy="914399"/>
          </a:xfrm>
          <a:blipFill>
            <a:blip r:embed="rId2"/>
            <a:tile tx="0" ty="0" sx="100000" sy="100000" flip="none" algn="tl"/>
          </a:blipFill>
        </p:spPr>
        <p:txBody>
          <a:bodyPr>
            <a:normAutofit/>
          </a:bodyPr>
          <a:lstStyle/>
          <a:p>
            <a:r>
              <a:rPr lang="en-US" sz="5400" dirty="0" smtClean="0">
                <a:ln>
                  <a:solidFill>
                    <a:schemeClr val="bg2">
                      <a:lumMod val="10000"/>
                    </a:schemeClr>
                  </a:solidFill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sewood Std Regular" pitchFamily="82" charset="0"/>
              </a:rPr>
              <a:t>RESTORATION</a:t>
            </a:r>
            <a:endParaRPr lang="en-US" sz="5400" dirty="0">
              <a:ln>
                <a:solidFill>
                  <a:schemeClr val="bg2">
                    <a:lumMod val="10000"/>
                  </a:schemeClr>
                </a:solidFill>
              </a:ln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osewood Std Regular" pitchFamily="82" charset="0"/>
            </a:endParaRPr>
          </a:p>
        </p:txBody>
      </p:sp>
      <p:pic>
        <p:nvPicPr>
          <p:cNvPr id="11" name="Content Placeholder 10" descr="IMG_20190819_000627_518.jpg"/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0" y="914400"/>
            <a:ext cx="2590800" cy="4572000"/>
          </a:xfrm>
          <a:blipFill>
            <a:blip r:embed="rId4"/>
            <a:tile tx="0" ty="0" sx="100000" sy="100000" flip="none" algn="tl"/>
          </a:blipFill>
        </p:spPr>
      </p:pic>
      <p:sp>
        <p:nvSpPr>
          <p:cNvPr id="10" name="Content Placeholder 9"/>
          <p:cNvSpPr>
            <a:spLocks noGrp="1"/>
          </p:cNvSpPr>
          <p:nvPr>
            <p:ph sz="half" idx="2"/>
          </p:nvPr>
        </p:nvSpPr>
        <p:spPr>
          <a:xfrm>
            <a:off x="2590800" y="914400"/>
            <a:ext cx="4724399" cy="4572000"/>
          </a:xfrm>
          <a:blipFill>
            <a:blip r:embed="rId4"/>
            <a:tile tx="0" ty="0" sx="100000" sy="100000" flip="none" algn="tl"/>
          </a:blipFill>
        </p:spPr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endParaRPr lang="en-US" sz="2400" dirty="0" smtClean="0">
              <a:ln>
                <a:solidFill>
                  <a:schemeClr val="accent6">
                    <a:lumMod val="50000"/>
                  </a:schemeClr>
                </a:solidFill>
              </a:ln>
              <a:solidFill>
                <a:schemeClr val="tx2">
                  <a:lumMod val="75000"/>
                </a:schemeClr>
              </a:solidFill>
              <a:latin typeface="Adobe Fan Heiti Std B" pitchFamily="34" charset="-128"/>
              <a:ea typeface="Adobe Fan Heiti Std B" pitchFamily="34" charset="-128"/>
              <a:cs typeface="FrankRuehl" pitchFamily="34" charset="-79"/>
            </a:endParaRPr>
          </a:p>
          <a:p>
            <a:pPr>
              <a:buFont typeface="Wingdings" pitchFamily="2" charset="2"/>
              <a:buChar char="v"/>
            </a:pPr>
            <a:r>
              <a:rPr lang="en-US" sz="2400" dirty="0" smtClean="0">
                <a:ln>
                  <a:solidFill>
                    <a:schemeClr val="accent6">
                      <a:lumMod val="50000"/>
                    </a:schemeClr>
                  </a:solidFill>
                </a:ln>
                <a:solidFill>
                  <a:schemeClr val="tx2">
                    <a:lumMod val="75000"/>
                  </a:schemeClr>
                </a:solidFill>
                <a:latin typeface="Miriam" pitchFamily="34" charset="-79"/>
                <a:ea typeface="Adobe Fan Heiti Std B" pitchFamily="34" charset="-128"/>
                <a:cs typeface="Miriam" pitchFamily="34" charset="-79"/>
              </a:rPr>
              <a:t>1660-1700, (Age of DRYDEN)’</a:t>
            </a:r>
          </a:p>
          <a:p>
            <a:pPr>
              <a:buFont typeface="Wingdings" pitchFamily="2" charset="2"/>
              <a:buChar char="v"/>
            </a:pPr>
            <a:r>
              <a:rPr lang="en-US" sz="2400" dirty="0" smtClean="0">
                <a:ln>
                  <a:solidFill>
                    <a:schemeClr val="accent6">
                      <a:lumMod val="50000"/>
                    </a:schemeClr>
                  </a:solidFill>
                </a:ln>
                <a:solidFill>
                  <a:schemeClr val="tx2">
                    <a:lumMod val="75000"/>
                  </a:schemeClr>
                </a:solidFill>
                <a:latin typeface="Miriam" pitchFamily="34" charset="-79"/>
                <a:ea typeface="Adobe Fan Heiti Std B" pitchFamily="34" charset="-128"/>
                <a:cs typeface="Miriam" pitchFamily="34" charset="-79"/>
              </a:rPr>
              <a:t>Restoration of Charles II on English Throne</a:t>
            </a:r>
          </a:p>
          <a:p>
            <a:pPr>
              <a:buFont typeface="Wingdings" pitchFamily="2" charset="2"/>
              <a:buChar char="v"/>
            </a:pPr>
            <a:r>
              <a:rPr lang="en-US" sz="2400" dirty="0" smtClean="0">
                <a:ln>
                  <a:solidFill>
                    <a:schemeClr val="accent6">
                      <a:lumMod val="50000"/>
                    </a:schemeClr>
                  </a:solidFill>
                </a:ln>
                <a:solidFill>
                  <a:schemeClr val="tx2">
                    <a:lumMod val="75000"/>
                  </a:schemeClr>
                </a:solidFill>
                <a:latin typeface="Miriam" pitchFamily="34" charset="-79"/>
                <a:ea typeface="Adobe Fan Heiti Std B" pitchFamily="34" charset="-128"/>
                <a:cs typeface="Miriam" pitchFamily="34" charset="-79"/>
              </a:rPr>
              <a:t>England, Whales and Scotland united to form Great Britain</a:t>
            </a:r>
          </a:p>
          <a:p>
            <a:pPr>
              <a:buFont typeface="Wingdings" pitchFamily="2" charset="2"/>
              <a:buChar char="v"/>
            </a:pPr>
            <a:r>
              <a:rPr lang="en-US" sz="2400" dirty="0" smtClean="0">
                <a:ln>
                  <a:solidFill>
                    <a:schemeClr val="accent6">
                      <a:lumMod val="50000"/>
                    </a:schemeClr>
                  </a:solidFill>
                </a:ln>
                <a:solidFill>
                  <a:schemeClr val="tx2">
                    <a:lumMod val="75000"/>
                  </a:schemeClr>
                </a:solidFill>
                <a:latin typeface="Miriam" pitchFamily="34" charset="-79"/>
                <a:ea typeface="Adobe Fan Heiti Std B" pitchFamily="34" charset="-128"/>
                <a:cs typeface="Miriam" pitchFamily="34" charset="-79"/>
              </a:rPr>
              <a:t>Theatres reopened</a:t>
            </a:r>
          </a:p>
          <a:p>
            <a:pPr>
              <a:buFont typeface="Wingdings" pitchFamily="2" charset="2"/>
              <a:buChar char="v"/>
            </a:pPr>
            <a:r>
              <a:rPr lang="en-US" sz="2400" dirty="0" smtClean="0">
                <a:ln>
                  <a:solidFill>
                    <a:schemeClr val="accent6">
                      <a:lumMod val="50000"/>
                    </a:schemeClr>
                  </a:solidFill>
                </a:ln>
                <a:solidFill>
                  <a:schemeClr val="tx2">
                    <a:lumMod val="75000"/>
                  </a:schemeClr>
                </a:solidFill>
                <a:latin typeface="Miriam" pitchFamily="34" charset="-79"/>
                <a:ea typeface="Adobe Fan Heiti Std B" pitchFamily="34" charset="-128"/>
                <a:cs typeface="Miriam" pitchFamily="34" charset="-79"/>
              </a:rPr>
              <a:t>Restoration of Church of England as the National Church</a:t>
            </a:r>
          </a:p>
          <a:p>
            <a:pPr>
              <a:buFont typeface="Wingdings" pitchFamily="2" charset="2"/>
              <a:buChar char="v"/>
            </a:pPr>
            <a:r>
              <a:rPr lang="en-US" sz="2400" dirty="0" smtClean="0">
                <a:ln>
                  <a:solidFill>
                    <a:schemeClr val="accent6">
                      <a:lumMod val="50000"/>
                    </a:schemeClr>
                  </a:solidFill>
                </a:ln>
                <a:solidFill>
                  <a:schemeClr val="tx2">
                    <a:lumMod val="75000"/>
                  </a:schemeClr>
                </a:solidFill>
                <a:latin typeface="Miriam" pitchFamily="34" charset="-79"/>
                <a:ea typeface="Adobe Fan Heiti Std B" pitchFamily="34" charset="-128"/>
                <a:cs typeface="Miriam" pitchFamily="34" charset="-79"/>
              </a:rPr>
              <a:t>Emergence of WHIGS and TORIES</a:t>
            </a:r>
          </a:p>
          <a:p>
            <a:pPr>
              <a:buNone/>
            </a:pPr>
            <a:endParaRPr lang="en-US" sz="2400" dirty="0" smtClean="0">
              <a:ln>
                <a:solidFill>
                  <a:schemeClr val="accent6">
                    <a:lumMod val="50000"/>
                  </a:schemeClr>
                </a:solidFill>
              </a:ln>
              <a:solidFill>
                <a:schemeClr val="tx2">
                  <a:lumMod val="75000"/>
                </a:schemeClr>
              </a:solidFill>
              <a:latin typeface="Miriam" pitchFamily="34" charset="-79"/>
              <a:ea typeface="Adobe Fan Heiti Std B" pitchFamily="34" charset="-128"/>
              <a:cs typeface="Miriam" pitchFamily="34" charset="-79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0" y="0"/>
            <a:ext cx="7315200" cy="914400"/>
          </a:xfrm>
          <a:blipFill>
            <a:blip r:embed="rId2"/>
            <a:tile tx="0" ty="0" sx="100000" sy="100000" flip="none" algn="tl"/>
          </a:blipFill>
        </p:spPr>
        <p:txBody>
          <a:bodyPr>
            <a:normAutofit/>
          </a:bodyPr>
          <a:lstStyle/>
          <a:p>
            <a:r>
              <a:rPr lang="en-US" sz="5400" dirty="0" smtClean="0">
                <a:ln>
                  <a:solidFill>
                    <a:schemeClr val="bg2">
                      <a:lumMod val="10000"/>
                    </a:schemeClr>
                  </a:solidFill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sewood Std Regular" pitchFamily="82" charset="0"/>
              </a:rPr>
              <a:t>FEATURES</a:t>
            </a:r>
            <a:endParaRPr lang="en-US" sz="5400" dirty="0">
              <a:ln>
                <a:solidFill>
                  <a:schemeClr val="bg2">
                    <a:lumMod val="10000"/>
                  </a:schemeClr>
                </a:solidFill>
              </a:ln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osewood Std Regular" pitchFamily="82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0" y="914400"/>
            <a:ext cx="7315200" cy="4572000"/>
          </a:xfrm>
          <a:blipFill>
            <a:blip r:embed="rId3"/>
            <a:tile tx="0" ty="0" sx="100000" sy="100000" flip="none" algn="tl"/>
          </a:blipFill>
        </p:spPr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endParaRPr lang="en-US" dirty="0" smtClean="0">
              <a:ln>
                <a:solidFill>
                  <a:schemeClr val="accent2">
                    <a:lumMod val="75000"/>
                  </a:schemeClr>
                </a:solidFill>
              </a:ln>
              <a:solidFill>
                <a:schemeClr val="tx2">
                  <a:lumMod val="50000"/>
                </a:schemeClr>
              </a:solidFill>
              <a:latin typeface="Adobe Gothic Std B" pitchFamily="34" charset="-128"/>
              <a:ea typeface="Adobe Gothic Std B" pitchFamily="34" charset="-128"/>
              <a:cs typeface="Miriam" pitchFamily="34" charset="-79"/>
            </a:endParaRPr>
          </a:p>
          <a:p>
            <a:pPr>
              <a:buFont typeface="Wingdings" pitchFamily="2" charset="2"/>
              <a:buChar char="v"/>
            </a:pPr>
            <a:r>
              <a:rPr lang="en-US" dirty="0" smtClean="0">
                <a:ln>
                  <a:solidFill>
                    <a:schemeClr val="accent2">
                      <a:lumMod val="75000"/>
                    </a:schemeClr>
                  </a:solidFill>
                </a:ln>
                <a:solidFill>
                  <a:schemeClr val="tx2">
                    <a:lumMod val="50000"/>
                  </a:schemeClr>
                </a:solidFill>
                <a:latin typeface="Adobe Gothic Std B" pitchFamily="34" charset="-128"/>
                <a:ea typeface="Adobe Gothic Std B" pitchFamily="34" charset="-128"/>
                <a:cs typeface="Miriam" pitchFamily="34" charset="-79"/>
              </a:rPr>
              <a:t>Romanticism</a:t>
            </a:r>
            <a:r>
              <a:rPr lang="en-US" spc="300" dirty="0" smtClean="0">
                <a:ln>
                  <a:solidFill>
                    <a:schemeClr val="accent2">
                      <a:lumMod val="75000"/>
                    </a:schemeClr>
                  </a:solidFill>
                </a:ln>
                <a:solidFill>
                  <a:schemeClr val="tx2">
                    <a:lumMod val="50000"/>
                  </a:schemeClr>
                </a:solidFill>
                <a:latin typeface="Adobe Gothic Std B" pitchFamily="34" charset="-128"/>
                <a:ea typeface="Adobe Gothic Std B" pitchFamily="34" charset="-128"/>
                <a:cs typeface="Miriam" pitchFamily="34" charset="-79"/>
              </a:rPr>
              <a:t>  </a:t>
            </a:r>
            <a:r>
              <a:rPr lang="en-US" dirty="0" smtClean="0">
                <a:ln>
                  <a:solidFill>
                    <a:schemeClr val="accent2">
                      <a:lumMod val="75000"/>
                    </a:schemeClr>
                  </a:solidFill>
                </a:ln>
                <a:solidFill>
                  <a:schemeClr val="tx2">
                    <a:lumMod val="50000"/>
                  </a:schemeClr>
                </a:solidFill>
                <a:latin typeface="Adobe Gothic Std B" pitchFamily="34" charset="-128"/>
                <a:ea typeface="Adobe Gothic Std B" pitchFamily="34" charset="-128"/>
                <a:cs typeface="Miriam" pitchFamily="34" charset="-79"/>
              </a:rPr>
              <a:t>replaced  by  Neo-Classicism</a:t>
            </a:r>
          </a:p>
          <a:p>
            <a:pPr>
              <a:buFont typeface="Wingdings" pitchFamily="2" charset="2"/>
              <a:buChar char="v"/>
            </a:pPr>
            <a:r>
              <a:rPr lang="en-US" dirty="0" smtClean="0">
                <a:ln>
                  <a:solidFill>
                    <a:schemeClr val="accent2">
                      <a:lumMod val="75000"/>
                    </a:schemeClr>
                  </a:solidFill>
                </a:ln>
                <a:solidFill>
                  <a:schemeClr val="tx2">
                    <a:lumMod val="50000"/>
                  </a:schemeClr>
                </a:solidFill>
                <a:latin typeface="Adobe Gothic Std B" pitchFamily="34" charset="-128"/>
                <a:ea typeface="Adobe Gothic Std B" pitchFamily="34" charset="-128"/>
                <a:cs typeface="Miriam" pitchFamily="34" charset="-79"/>
              </a:rPr>
              <a:t>Imitation  of  the  ancients</a:t>
            </a:r>
          </a:p>
          <a:p>
            <a:pPr>
              <a:buFont typeface="Wingdings" pitchFamily="2" charset="2"/>
              <a:buChar char="v"/>
            </a:pPr>
            <a:r>
              <a:rPr lang="en-US" dirty="0" smtClean="0">
                <a:ln>
                  <a:solidFill>
                    <a:schemeClr val="accent2">
                      <a:lumMod val="75000"/>
                    </a:schemeClr>
                  </a:solidFill>
                </a:ln>
                <a:solidFill>
                  <a:schemeClr val="tx2">
                    <a:lumMod val="50000"/>
                  </a:schemeClr>
                </a:solidFill>
                <a:latin typeface="Adobe Gothic Std B" pitchFamily="34" charset="-128"/>
                <a:ea typeface="Adobe Gothic Std B" pitchFamily="34" charset="-128"/>
                <a:cs typeface="Miriam" pitchFamily="34" charset="-79"/>
              </a:rPr>
              <a:t>Imitation of the French</a:t>
            </a:r>
          </a:p>
          <a:p>
            <a:pPr>
              <a:buFont typeface="Wingdings" pitchFamily="2" charset="2"/>
              <a:buChar char="v"/>
            </a:pPr>
            <a:r>
              <a:rPr lang="en-US" dirty="0" smtClean="0">
                <a:ln>
                  <a:solidFill>
                    <a:schemeClr val="accent2">
                      <a:lumMod val="75000"/>
                    </a:schemeClr>
                  </a:solidFill>
                </a:ln>
                <a:solidFill>
                  <a:schemeClr val="tx2">
                    <a:lumMod val="50000"/>
                  </a:schemeClr>
                </a:solidFill>
                <a:latin typeface="Adobe Gothic Std B" pitchFamily="34" charset="-128"/>
                <a:ea typeface="Adobe Gothic Std B" pitchFamily="34" charset="-128"/>
                <a:cs typeface="Miriam" pitchFamily="34" charset="-79"/>
              </a:rPr>
              <a:t>Realism  and  Formalism</a:t>
            </a:r>
          </a:p>
          <a:p>
            <a:pPr>
              <a:buFont typeface="Wingdings" pitchFamily="2" charset="2"/>
              <a:buChar char="v"/>
            </a:pPr>
            <a:r>
              <a:rPr lang="en-US" dirty="0" smtClean="0">
                <a:ln>
                  <a:solidFill>
                    <a:schemeClr val="accent2">
                      <a:lumMod val="75000"/>
                    </a:schemeClr>
                  </a:solidFill>
                </a:ln>
                <a:solidFill>
                  <a:schemeClr val="tx2">
                    <a:lumMod val="50000"/>
                  </a:schemeClr>
                </a:solidFill>
                <a:latin typeface="Adobe Gothic Std B" pitchFamily="34" charset="-128"/>
                <a:ea typeface="Adobe Gothic Std B" pitchFamily="34" charset="-128"/>
                <a:cs typeface="Miriam" pitchFamily="34" charset="-79"/>
              </a:rPr>
              <a:t>Correctness  and  appropriateness</a:t>
            </a:r>
          </a:p>
          <a:p>
            <a:pPr>
              <a:buFont typeface="Wingdings" pitchFamily="2" charset="2"/>
              <a:buChar char="v"/>
            </a:pPr>
            <a:r>
              <a:rPr lang="en-US" dirty="0" smtClean="0">
                <a:ln>
                  <a:solidFill>
                    <a:schemeClr val="accent2">
                      <a:lumMod val="75000"/>
                    </a:schemeClr>
                  </a:solidFill>
                </a:ln>
                <a:solidFill>
                  <a:schemeClr val="tx2">
                    <a:lumMod val="50000"/>
                  </a:schemeClr>
                </a:solidFill>
                <a:latin typeface="Adobe Gothic Std B" pitchFamily="34" charset="-128"/>
                <a:ea typeface="Adobe Gothic Std B" pitchFamily="34" charset="-128"/>
                <a:cs typeface="Miriam" pitchFamily="34" charset="-79"/>
              </a:rPr>
              <a:t>Moral  laxity  and  Licentiousness</a:t>
            </a:r>
          </a:p>
          <a:p>
            <a:pPr>
              <a:buNone/>
            </a:pPr>
            <a:endParaRPr lang="en-US" dirty="0" smtClean="0"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  <a:solidFill>
                <a:schemeClr val="tx2">
                  <a:lumMod val="50000"/>
                </a:schemeClr>
              </a:solidFill>
              <a:latin typeface="Adobe Gothic Std B" pitchFamily="34" charset="-128"/>
              <a:ea typeface="Adobe Gothic Std B" pitchFamily="34" charset="-128"/>
              <a:cs typeface="Miriam" pitchFamily="34" charset="-79"/>
            </a:endParaRPr>
          </a:p>
        </p:txBody>
      </p:sp>
      <p:pic>
        <p:nvPicPr>
          <p:cNvPr id="7" name="Picture 6" descr="IMG_20190819_000555_886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7800" y="3962400"/>
            <a:ext cx="3962400" cy="1371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7315200" cy="914400"/>
          </a:xfrm>
          <a:blipFill>
            <a:blip r:embed="rId2"/>
            <a:tile tx="0" ty="0" sx="100000" sy="100000" flip="none" algn="tl"/>
          </a:blipFill>
        </p:spPr>
        <p:txBody>
          <a:bodyPr>
            <a:normAutofit/>
          </a:bodyPr>
          <a:lstStyle/>
          <a:p>
            <a:r>
              <a:rPr lang="en-US" sz="4800" dirty="0" smtClean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sewood Std Regular" pitchFamily="82" charset="0"/>
              </a:rPr>
              <a:t>LITERARY FIGURES</a:t>
            </a:r>
            <a:endParaRPr lang="en-US" sz="4800" dirty="0">
              <a:ln>
                <a:solidFill>
                  <a:schemeClr val="bg2">
                    <a:lumMod val="25000"/>
                  </a:schemeClr>
                </a:solidFill>
              </a:ln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osewood Std Regular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14400"/>
            <a:ext cx="7315200" cy="4572000"/>
          </a:xfrm>
          <a:blipFill>
            <a:blip r:embed="rId3"/>
            <a:tile tx="0" ty="0" sx="100000" sy="100000" flip="none" algn="tl"/>
          </a:blipFill>
        </p:spPr>
        <p:txBody>
          <a:bodyPr>
            <a:normAutofit fontScale="85000" lnSpcReduction="20000"/>
          </a:bodyPr>
          <a:lstStyle/>
          <a:p>
            <a:pPr>
              <a:buFont typeface="Wingdings" pitchFamily="2" charset="2"/>
              <a:buChar char="v"/>
            </a:pPr>
            <a:endParaRPr lang="en-US" dirty="0" smtClean="0">
              <a:ln>
                <a:solidFill>
                  <a:schemeClr val="accent1">
                    <a:lumMod val="75000"/>
                  </a:schemeClr>
                </a:solidFill>
              </a:ln>
              <a:solidFill>
                <a:schemeClr val="accent4">
                  <a:lumMod val="50000"/>
                </a:schemeClr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>
              <a:buFont typeface="Wingdings" pitchFamily="2" charset="2"/>
              <a:buChar char="Ø"/>
            </a:pPr>
            <a:r>
              <a:rPr lang="en-US" dirty="0" smtClean="0">
                <a:ln>
                  <a:solidFill>
                    <a:schemeClr val="accent2">
                      <a:lumMod val="75000"/>
                    </a:schemeClr>
                  </a:solidFill>
                </a:ln>
                <a:solidFill>
                  <a:schemeClr val="accent4">
                    <a:lumMod val="50000"/>
                  </a:schemeClr>
                </a:solidFill>
                <a:latin typeface="Adobe Gothic Std B" pitchFamily="34" charset="-128"/>
                <a:ea typeface="Adobe Gothic Std B" pitchFamily="34" charset="-128"/>
              </a:rPr>
              <a:t>DRYDEN</a:t>
            </a:r>
          </a:p>
          <a:p>
            <a:pPr>
              <a:buFont typeface="Wingdings" pitchFamily="2" charset="2"/>
              <a:buChar char="§"/>
            </a:pPr>
            <a:r>
              <a:rPr lang="en-US" dirty="0" smtClean="0">
                <a:ln>
                  <a:solidFill>
                    <a:schemeClr val="accent2">
                      <a:lumMod val="75000"/>
                    </a:schemeClr>
                  </a:solidFill>
                </a:ln>
                <a:solidFill>
                  <a:schemeClr val="accent4">
                    <a:lumMod val="50000"/>
                  </a:schemeClr>
                </a:solidFill>
                <a:latin typeface="Adobe Gothic Std B" pitchFamily="34" charset="-128"/>
                <a:ea typeface="Adobe Gothic Std B" pitchFamily="34" charset="-128"/>
              </a:rPr>
              <a:t>1</a:t>
            </a:r>
            <a:r>
              <a:rPr lang="en-US" baseline="30000" dirty="0" smtClean="0">
                <a:ln>
                  <a:solidFill>
                    <a:schemeClr val="accent2">
                      <a:lumMod val="75000"/>
                    </a:schemeClr>
                  </a:solidFill>
                </a:ln>
                <a:solidFill>
                  <a:schemeClr val="accent4">
                    <a:lumMod val="50000"/>
                  </a:schemeClr>
                </a:solidFill>
                <a:latin typeface="Adobe Gothic Std B" pitchFamily="34" charset="-128"/>
                <a:ea typeface="Adobe Gothic Std B" pitchFamily="34" charset="-128"/>
              </a:rPr>
              <a:t>ST</a:t>
            </a:r>
            <a:r>
              <a:rPr lang="en-US" dirty="0" smtClean="0">
                <a:ln>
                  <a:solidFill>
                    <a:schemeClr val="accent2">
                      <a:lumMod val="75000"/>
                    </a:schemeClr>
                  </a:solidFill>
                </a:ln>
                <a:solidFill>
                  <a:schemeClr val="accent4">
                    <a:lumMod val="50000"/>
                  </a:schemeClr>
                </a:solidFill>
                <a:latin typeface="Adobe Gothic Std B" pitchFamily="34" charset="-128"/>
                <a:ea typeface="Adobe Gothic Std B" pitchFamily="34" charset="-128"/>
              </a:rPr>
              <a:t> Poet Laureate</a:t>
            </a:r>
          </a:p>
          <a:p>
            <a:pPr>
              <a:buFont typeface="Wingdings" pitchFamily="2" charset="2"/>
              <a:buChar char="§"/>
            </a:pPr>
            <a:r>
              <a:rPr lang="en-US" dirty="0" smtClean="0">
                <a:ln>
                  <a:solidFill>
                    <a:schemeClr val="accent2">
                      <a:lumMod val="75000"/>
                    </a:schemeClr>
                  </a:solidFill>
                </a:ln>
                <a:solidFill>
                  <a:schemeClr val="accent4">
                    <a:lumMod val="50000"/>
                  </a:schemeClr>
                </a:solidFill>
                <a:latin typeface="Adobe Gothic Std B" pitchFamily="34" charset="-128"/>
                <a:ea typeface="Adobe Gothic Std B" pitchFamily="34" charset="-128"/>
              </a:rPr>
              <a:t>Playwright, Poet and Satirist</a:t>
            </a:r>
          </a:p>
          <a:p>
            <a:pPr>
              <a:buFont typeface="Wingdings" pitchFamily="2" charset="2"/>
              <a:buChar char="§"/>
            </a:pPr>
            <a:r>
              <a:rPr lang="en-US" dirty="0" smtClean="0">
                <a:ln>
                  <a:solidFill>
                    <a:schemeClr val="accent2">
                      <a:lumMod val="75000"/>
                    </a:schemeClr>
                  </a:solidFill>
                </a:ln>
                <a:solidFill>
                  <a:schemeClr val="accent4">
                    <a:lumMod val="50000"/>
                  </a:schemeClr>
                </a:solidFill>
                <a:latin typeface="Adobe Gothic Std B" pitchFamily="34" charset="-128"/>
                <a:ea typeface="Adobe Gothic Std B" pitchFamily="34" charset="-128"/>
              </a:rPr>
              <a:t>Popularized  Heroic  Couplet</a:t>
            </a:r>
          </a:p>
          <a:p>
            <a:pPr>
              <a:buFont typeface="Wingdings" pitchFamily="2" charset="2"/>
              <a:buChar char="§"/>
            </a:pPr>
            <a:r>
              <a:rPr lang="en-US" dirty="0" smtClean="0">
                <a:ln>
                  <a:solidFill>
                    <a:schemeClr val="accent2">
                      <a:lumMod val="75000"/>
                    </a:schemeClr>
                  </a:solidFill>
                </a:ln>
                <a:solidFill>
                  <a:schemeClr val="accent4">
                    <a:lumMod val="50000"/>
                  </a:schemeClr>
                </a:solidFill>
                <a:latin typeface="Adobe Gothic Std B" pitchFamily="34" charset="-128"/>
                <a:ea typeface="Adobe Gothic Std B" pitchFamily="34" charset="-128"/>
              </a:rPr>
              <a:t>Some of his works :</a:t>
            </a:r>
          </a:p>
          <a:p>
            <a:pPr>
              <a:buFont typeface="Courier New" pitchFamily="49" charset="0"/>
              <a:buChar char="o"/>
            </a:pPr>
            <a:r>
              <a:rPr lang="en-US" dirty="0" err="1" smtClean="0">
                <a:ln>
                  <a:solidFill>
                    <a:schemeClr val="accent2">
                      <a:lumMod val="75000"/>
                    </a:schemeClr>
                  </a:solidFill>
                </a:ln>
                <a:solidFill>
                  <a:schemeClr val="accent4">
                    <a:lumMod val="50000"/>
                  </a:schemeClr>
                </a:solidFill>
                <a:latin typeface="Adobe Gothic Std B" pitchFamily="34" charset="-128"/>
                <a:ea typeface="Adobe Gothic Std B" pitchFamily="34" charset="-128"/>
              </a:rPr>
              <a:t>Aureng</a:t>
            </a:r>
            <a:r>
              <a:rPr lang="en-US" dirty="0" smtClean="0">
                <a:ln>
                  <a:solidFill>
                    <a:schemeClr val="accent2">
                      <a:lumMod val="75000"/>
                    </a:schemeClr>
                  </a:solidFill>
                </a:ln>
                <a:solidFill>
                  <a:schemeClr val="accent4">
                    <a:lumMod val="50000"/>
                  </a:schemeClr>
                </a:solidFill>
                <a:latin typeface="Adobe Gothic Std B" pitchFamily="34" charset="-128"/>
                <a:ea typeface="Adobe Gothic Std B" pitchFamily="34" charset="-128"/>
              </a:rPr>
              <a:t>-</a:t>
            </a:r>
            <a:r>
              <a:rPr lang="en-US" dirty="0" err="1" smtClean="0">
                <a:ln>
                  <a:solidFill>
                    <a:schemeClr val="accent2">
                      <a:lumMod val="75000"/>
                    </a:schemeClr>
                  </a:solidFill>
                </a:ln>
                <a:solidFill>
                  <a:schemeClr val="accent4">
                    <a:lumMod val="50000"/>
                  </a:schemeClr>
                </a:solidFill>
                <a:latin typeface="Adobe Gothic Std B" pitchFamily="34" charset="-128"/>
                <a:ea typeface="Adobe Gothic Std B" pitchFamily="34" charset="-128"/>
              </a:rPr>
              <a:t>Zebe</a:t>
            </a:r>
            <a:endParaRPr lang="en-US" dirty="0" smtClean="0">
              <a:ln>
                <a:solidFill>
                  <a:schemeClr val="accent2">
                    <a:lumMod val="75000"/>
                  </a:schemeClr>
                </a:solidFill>
              </a:ln>
              <a:solidFill>
                <a:schemeClr val="accent4">
                  <a:lumMod val="50000"/>
                </a:schemeClr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>
              <a:buFont typeface="Courier New" pitchFamily="49" charset="0"/>
              <a:buChar char="o"/>
            </a:pPr>
            <a:r>
              <a:rPr lang="en-US" dirty="0" smtClean="0">
                <a:ln>
                  <a:solidFill>
                    <a:schemeClr val="accent2">
                      <a:lumMod val="75000"/>
                    </a:schemeClr>
                  </a:solidFill>
                </a:ln>
                <a:solidFill>
                  <a:schemeClr val="accent4">
                    <a:lumMod val="50000"/>
                  </a:schemeClr>
                </a:solidFill>
                <a:latin typeface="Adobe Gothic Std B" pitchFamily="34" charset="-128"/>
                <a:ea typeface="Adobe Gothic Std B" pitchFamily="34" charset="-128"/>
              </a:rPr>
              <a:t>All For Love</a:t>
            </a:r>
          </a:p>
          <a:p>
            <a:pPr>
              <a:buNone/>
            </a:pPr>
            <a:endParaRPr lang="en-US" dirty="0" smtClean="0">
              <a:ln>
                <a:solidFill>
                  <a:schemeClr val="accent2">
                    <a:lumMod val="75000"/>
                  </a:schemeClr>
                </a:solidFill>
              </a:ln>
              <a:solidFill>
                <a:schemeClr val="accent4">
                  <a:lumMod val="50000"/>
                </a:schemeClr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>
              <a:buFont typeface="Wingdings" pitchFamily="2" charset="2"/>
              <a:buChar char="Ø"/>
            </a:pPr>
            <a:r>
              <a:rPr lang="en-US" dirty="0" smtClean="0">
                <a:ln>
                  <a:solidFill>
                    <a:schemeClr val="accent2">
                      <a:lumMod val="75000"/>
                    </a:schemeClr>
                  </a:solidFill>
                </a:ln>
                <a:solidFill>
                  <a:schemeClr val="accent4">
                    <a:lumMod val="50000"/>
                  </a:schemeClr>
                </a:solidFill>
                <a:latin typeface="Adobe Gothic Std B" pitchFamily="34" charset="-128"/>
                <a:ea typeface="Adobe Gothic Std B" pitchFamily="34" charset="-128"/>
              </a:rPr>
              <a:t>Others</a:t>
            </a:r>
          </a:p>
          <a:p>
            <a:r>
              <a:rPr lang="en-US" dirty="0" smtClean="0">
                <a:ln>
                  <a:solidFill>
                    <a:schemeClr val="accent2">
                      <a:lumMod val="75000"/>
                    </a:schemeClr>
                  </a:solidFill>
                </a:ln>
                <a:solidFill>
                  <a:schemeClr val="accent4">
                    <a:lumMod val="50000"/>
                  </a:schemeClr>
                </a:solidFill>
                <a:latin typeface="Adobe Gothic Std B" pitchFamily="34" charset="-128"/>
                <a:ea typeface="Adobe Gothic Std B" pitchFamily="34" charset="-128"/>
              </a:rPr>
              <a:t>William Wycherley</a:t>
            </a:r>
          </a:p>
          <a:p>
            <a:r>
              <a:rPr lang="en-US" dirty="0" smtClean="0">
                <a:ln>
                  <a:solidFill>
                    <a:schemeClr val="accent2">
                      <a:lumMod val="75000"/>
                    </a:schemeClr>
                  </a:solidFill>
                </a:ln>
                <a:solidFill>
                  <a:schemeClr val="accent4">
                    <a:lumMod val="50000"/>
                  </a:schemeClr>
                </a:solidFill>
                <a:latin typeface="Adobe Gothic Std B" pitchFamily="34" charset="-128"/>
                <a:ea typeface="Adobe Gothic Std B" pitchFamily="34" charset="-128"/>
              </a:rPr>
              <a:t>William Congreve</a:t>
            </a:r>
          </a:p>
          <a:p>
            <a:r>
              <a:rPr lang="en-US" dirty="0" smtClean="0">
                <a:ln>
                  <a:solidFill>
                    <a:schemeClr val="accent2">
                      <a:lumMod val="75000"/>
                    </a:schemeClr>
                  </a:solidFill>
                </a:ln>
                <a:solidFill>
                  <a:schemeClr val="accent4">
                    <a:lumMod val="50000"/>
                  </a:schemeClr>
                </a:solidFill>
                <a:latin typeface="Adobe Gothic Std B" pitchFamily="34" charset="-128"/>
                <a:ea typeface="Adobe Gothic Std B" pitchFamily="34" charset="-128"/>
              </a:rPr>
              <a:t>John Bunyan</a:t>
            </a:r>
          </a:p>
          <a:p>
            <a:r>
              <a:rPr lang="en-US" dirty="0" smtClean="0">
                <a:ln>
                  <a:solidFill>
                    <a:schemeClr val="accent2">
                      <a:lumMod val="75000"/>
                    </a:schemeClr>
                  </a:solidFill>
                </a:ln>
                <a:solidFill>
                  <a:schemeClr val="accent4">
                    <a:lumMod val="50000"/>
                  </a:schemeClr>
                </a:solidFill>
                <a:latin typeface="Adobe Gothic Std B" pitchFamily="34" charset="-128"/>
                <a:ea typeface="Adobe Gothic Std B" pitchFamily="34" charset="-128"/>
              </a:rPr>
              <a:t>Nathaniel Lee</a:t>
            </a:r>
          </a:p>
        </p:txBody>
      </p:sp>
      <p:pic>
        <p:nvPicPr>
          <p:cNvPr id="4" name="Picture 3" descr="IMG_20190819_000559_31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200" y="1066800"/>
            <a:ext cx="2514600" cy="4267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7315200" cy="914400"/>
          </a:xfrm>
          <a:blipFill>
            <a:blip r:embed="rId2"/>
            <a:tile tx="0" ty="0" sx="100000" sy="100000" flip="none" algn="tl"/>
          </a:blipFill>
        </p:spPr>
        <p:txBody>
          <a:bodyPr>
            <a:normAutofit/>
          </a:bodyPr>
          <a:lstStyle/>
          <a:p>
            <a:r>
              <a:rPr lang="en-US" sz="5400" dirty="0" smtClean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sewood Std Regular" pitchFamily="82" charset="0"/>
              </a:rPr>
              <a:t>POETRY</a:t>
            </a:r>
            <a:endParaRPr lang="en-US" sz="5400" dirty="0">
              <a:ln>
                <a:solidFill>
                  <a:schemeClr val="bg2">
                    <a:lumMod val="25000"/>
                  </a:schemeClr>
                </a:solidFill>
              </a:ln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osewood Std Regular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14400"/>
            <a:ext cx="7315200" cy="4572000"/>
          </a:xfrm>
          <a:blipFill>
            <a:blip r:embed="rId3"/>
            <a:tile tx="0" ty="0" sx="100000" sy="100000" flip="none" algn="tl"/>
          </a:blipFill>
        </p:spPr>
        <p:txBody>
          <a:bodyPr/>
          <a:lstStyle/>
          <a:p>
            <a:pPr>
              <a:buFont typeface="Wingdings" pitchFamily="2" charset="2"/>
              <a:buChar char="§"/>
            </a:pPr>
            <a:endParaRPr lang="en-US" dirty="0" smtClean="0">
              <a:ln>
                <a:solidFill>
                  <a:schemeClr val="accent2">
                    <a:lumMod val="75000"/>
                  </a:schemeClr>
                </a:solidFill>
              </a:ln>
              <a:solidFill>
                <a:schemeClr val="accent4">
                  <a:lumMod val="50000"/>
                </a:schemeClr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>
              <a:buFont typeface="Wingdings" pitchFamily="2" charset="2"/>
              <a:buChar char="§"/>
            </a:pPr>
            <a:r>
              <a:rPr lang="en-US" dirty="0" smtClean="0">
                <a:ln>
                  <a:solidFill>
                    <a:schemeClr val="accent2">
                      <a:lumMod val="75000"/>
                    </a:schemeClr>
                  </a:solidFill>
                </a:ln>
                <a:solidFill>
                  <a:schemeClr val="accent4">
                    <a:lumMod val="50000"/>
                  </a:schemeClr>
                </a:solidFill>
                <a:latin typeface="Adobe Gothic Std B" pitchFamily="34" charset="-128"/>
                <a:ea typeface="Adobe Gothic Std B" pitchFamily="34" charset="-128"/>
              </a:rPr>
              <a:t>Satirical and Realistic</a:t>
            </a:r>
          </a:p>
          <a:p>
            <a:pPr>
              <a:buFont typeface="Wingdings" pitchFamily="2" charset="2"/>
              <a:buChar char="§"/>
            </a:pPr>
            <a:r>
              <a:rPr lang="en-US" dirty="0" smtClean="0">
                <a:ln>
                  <a:solidFill>
                    <a:schemeClr val="accent2">
                      <a:lumMod val="75000"/>
                    </a:schemeClr>
                  </a:solidFill>
                </a:ln>
                <a:solidFill>
                  <a:schemeClr val="accent4">
                    <a:lumMod val="50000"/>
                  </a:schemeClr>
                </a:solidFill>
                <a:latin typeface="Adobe Gothic Std B" pitchFamily="34" charset="-128"/>
                <a:ea typeface="Adobe Gothic Std B" pitchFamily="34" charset="-128"/>
              </a:rPr>
              <a:t>Moderate </a:t>
            </a:r>
          </a:p>
          <a:p>
            <a:pPr>
              <a:buFont typeface="Wingdings" pitchFamily="2" charset="2"/>
              <a:buChar char="§"/>
            </a:pPr>
            <a:r>
              <a:rPr lang="en-US" dirty="0" smtClean="0">
                <a:ln>
                  <a:solidFill>
                    <a:schemeClr val="accent2">
                      <a:lumMod val="75000"/>
                    </a:schemeClr>
                  </a:solidFill>
                </a:ln>
                <a:solidFill>
                  <a:schemeClr val="accent4">
                    <a:lumMod val="50000"/>
                  </a:schemeClr>
                </a:solidFill>
                <a:latin typeface="Adobe Gothic Std B" pitchFamily="34" charset="-128"/>
                <a:ea typeface="Adobe Gothic Std B" pitchFamily="34" charset="-128"/>
              </a:rPr>
              <a:t>Emphasized on Precision</a:t>
            </a:r>
          </a:p>
          <a:p>
            <a:pPr>
              <a:buFont typeface="Wingdings" pitchFamily="2" charset="2"/>
              <a:buChar char="§"/>
            </a:pPr>
            <a:r>
              <a:rPr lang="en-US" dirty="0" smtClean="0">
                <a:ln>
                  <a:solidFill>
                    <a:schemeClr val="accent2">
                      <a:lumMod val="75000"/>
                    </a:schemeClr>
                  </a:solidFill>
                </a:ln>
                <a:solidFill>
                  <a:schemeClr val="accent4">
                    <a:lumMod val="50000"/>
                  </a:schemeClr>
                </a:solidFill>
                <a:latin typeface="Adobe Gothic Std B" pitchFamily="34" charset="-128"/>
                <a:ea typeface="Adobe Gothic Std B" pitchFamily="34" charset="-128"/>
              </a:rPr>
              <a:t>Irony, Overstatement</a:t>
            </a:r>
          </a:p>
          <a:p>
            <a:pPr>
              <a:buFont typeface="Wingdings" pitchFamily="2" charset="2"/>
              <a:buChar char="§"/>
            </a:pPr>
            <a:r>
              <a:rPr lang="en-US" dirty="0" smtClean="0">
                <a:ln>
                  <a:solidFill>
                    <a:schemeClr val="accent2">
                      <a:lumMod val="75000"/>
                    </a:schemeClr>
                  </a:solidFill>
                </a:ln>
                <a:solidFill>
                  <a:schemeClr val="accent4">
                    <a:lumMod val="50000"/>
                  </a:schemeClr>
                </a:solidFill>
                <a:latin typeface="Adobe Gothic Std B" pitchFamily="34" charset="-128"/>
                <a:ea typeface="Adobe Gothic Std B" pitchFamily="34" charset="-128"/>
              </a:rPr>
              <a:t>Criticism and Reason</a:t>
            </a:r>
          </a:p>
          <a:p>
            <a:pPr>
              <a:buFont typeface="Wingdings" pitchFamily="2" charset="2"/>
              <a:buChar char="§"/>
            </a:pPr>
            <a:r>
              <a:rPr lang="en-US" dirty="0" smtClean="0">
                <a:ln>
                  <a:solidFill>
                    <a:schemeClr val="accent2">
                      <a:lumMod val="75000"/>
                    </a:schemeClr>
                  </a:solidFill>
                </a:ln>
                <a:solidFill>
                  <a:schemeClr val="accent4">
                    <a:lumMod val="50000"/>
                  </a:schemeClr>
                </a:solidFill>
                <a:latin typeface="Adobe Gothic Std B" pitchFamily="34" charset="-128"/>
                <a:ea typeface="Adobe Gothic Std B" pitchFamily="34" charset="-128"/>
              </a:rPr>
              <a:t>Heroic Couplet</a:t>
            </a:r>
          </a:p>
          <a:p>
            <a:pPr>
              <a:buFont typeface="Wingdings" pitchFamily="2" charset="2"/>
              <a:buChar char="§"/>
            </a:pPr>
            <a:r>
              <a:rPr lang="en-US" dirty="0" smtClean="0">
                <a:ln>
                  <a:solidFill>
                    <a:schemeClr val="accent2">
                      <a:lumMod val="75000"/>
                    </a:schemeClr>
                  </a:solidFill>
                </a:ln>
                <a:solidFill>
                  <a:schemeClr val="accent4">
                    <a:lumMod val="50000"/>
                  </a:schemeClr>
                </a:solidFill>
                <a:latin typeface="Adobe Gothic Std B" pitchFamily="34" charset="-128"/>
                <a:ea typeface="Adobe Gothic Std B" pitchFamily="34" charset="-128"/>
              </a:rPr>
              <a:t>Mock Epic</a:t>
            </a:r>
          </a:p>
          <a:p>
            <a:pPr>
              <a:buFont typeface="Wingdings" pitchFamily="2" charset="2"/>
              <a:buChar char="§"/>
            </a:pPr>
            <a:r>
              <a:rPr lang="en-US" dirty="0" smtClean="0">
                <a:ln>
                  <a:solidFill>
                    <a:schemeClr val="accent2">
                      <a:lumMod val="75000"/>
                    </a:schemeClr>
                  </a:solidFill>
                </a:ln>
                <a:solidFill>
                  <a:schemeClr val="accent4">
                    <a:lumMod val="50000"/>
                  </a:schemeClr>
                </a:solidFill>
                <a:latin typeface="Adobe Gothic Std B" pitchFamily="34" charset="-128"/>
                <a:ea typeface="Adobe Gothic Std B" pitchFamily="34" charset="-128"/>
              </a:rPr>
              <a:t>Mac </a:t>
            </a:r>
            <a:r>
              <a:rPr lang="en-US" dirty="0" err="1" smtClean="0">
                <a:ln>
                  <a:solidFill>
                    <a:schemeClr val="accent2">
                      <a:lumMod val="75000"/>
                    </a:schemeClr>
                  </a:solidFill>
                </a:ln>
                <a:solidFill>
                  <a:schemeClr val="accent4">
                    <a:lumMod val="50000"/>
                  </a:schemeClr>
                </a:solidFill>
                <a:latin typeface="Adobe Gothic Std B" pitchFamily="34" charset="-128"/>
                <a:ea typeface="Adobe Gothic Std B" pitchFamily="34" charset="-128"/>
              </a:rPr>
              <a:t>Flecknoe</a:t>
            </a:r>
            <a:r>
              <a:rPr lang="en-US" dirty="0" smtClean="0">
                <a:ln>
                  <a:solidFill>
                    <a:schemeClr val="accent2">
                      <a:lumMod val="75000"/>
                    </a:schemeClr>
                  </a:solidFill>
                </a:ln>
                <a:solidFill>
                  <a:schemeClr val="accent4">
                    <a:lumMod val="50000"/>
                  </a:schemeClr>
                </a:solidFill>
                <a:latin typeface="Adobe Gothic Std B" pitchFamily="34" charset="-128"/>
                <a:ea typeface="Adobe Gothic Std B" pitchFamily="34" charset="-128"/>
              </a:rPr>
              <a:t> (Dryden)</a:t>
            </a:r>
          </a:p>
          <a:p>
            <a:pPr>
              <a:buFont typeface="Wingdings" pitchFamily="2" charset="2"/>
              <a:buChar char="§"/>
            </a:pPr>
            <a:r>
              <a:rPr lang="en-US" dirty="0" err="1" smtClean="0">
                <a:ln>
                  <a:solidFill>
                    <a:schemeClr val="accent2">
                      <a:lumMod val="75000"/>
                    </a:schemeClr>
                  </a:solidFill>
                </a:ln>
                <a:solidFill>
                  <a:schemeClr val="accent4">
                    <a:lumMod val="50000"/>
                  </a:schemeClr>
                </a:solidFill>
                <a:latin typeface="Adobe Gothic Std B" pitchFamily="34" charset="-128"/>
                <a:ea typeface="Adobe Gothic Std B" pitchFamily="34" charset="-128"/>
              </a:rPr>
              <a:t>Hudibras</a:t>
            </a:r>
            <a:r>
              <a:rPr lang="en-US" dirty="0" smtClean="0">
                <a:ln>
                  <a:solidFill>
                    <a:schemeClr val="accent2">
                      <a:lumMod val="75000"/>
                    </a:schemeClr>
                  </a:solidFill>
                </a:ln>
                <a:solidFill>
                  <a:schemeClr val="accent4">
                    <a:lumMod val="50000"/>
                  </a:schemeClr>
                </a:solidFill>
                <a:latin typeface="Adobe Gothic Std B" pitchFamily="34" charset="-128"/>
                <a:ea typeface="Adobe Gothic Std B" pitchFamily="34" charset="-128"/>
              </a:rPr>
              <a:t> (Samuel Butler)</a:t>
            </a:r>
            <a:endParaRPr lang="en-US" dirty="0">
              <a:ln>
                <a:solidFill>
                  <a:schemeClr val="accent2">
                    <a:lumMod val="75000"/>
                  </a:schemeClr>
                </a:solidFill>
              </a:ln>
              <a:solidFill>
                <a:schemeClr val="accent4">
                  <a:lumMod val="50000"/>
                </a:schemeClr>
              </a:solidFill>
              <a:latin typeface="Adobe Gothic Std B" pitchFamily="34" charset="-128"/>
              <a:ea typeface="Adobe Gothic Std B" pitchFamily="34" charset="-128"/>
            </a:endParaRPr>
          </a:p>
        </p:txBody>
      </p:sp>
      <p:pic>
        <p:nvPicPr>
          <p:cNvPr id="4" name="Picture 3" descr="IMG_20190819_000606_70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219200"/>
            <a:ext cx="2095500" cy="26384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7315200" cy="914400"/>
          </a:xfrm>
          <a:blipFill>
            <a:blip r:embed="rId2"/>
            <a:tile tx="0" ty="0" sx="100000" sy="100000" flip="none" algn="tl"/>
          </a:blipFill>
        </p:spPr>
        <p:txBody>
          <a:bodyPr>
            <a:normAutofit/>
          </a:bodyPr>
          <a:lstStyle/>
          <a:p>
            <a:r>
              <a:rPr lang="en-US" sz="5400" dirty="0" smtClean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sewood Std Regular" pitchFamily="82" charset="0"/>
              </a:rPr>
              <a:t>PROSE</a:t>
            </a:r>
            <a:endParaRPr lang="en-US" sz="5400" dirty="0">
              <a:ln>
                <a:solidFill>
                  <a:schemeClr val="bg2">
                    <a:lumMod val="25000"/>
                  </a:schemeClr>
                </a:solidFill>
              </a:ln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osewood Std Regular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14400"/>
            <a:ext cx="7315200" cy="4572000"/>
          </a:xfrm>
          <a:blipFill>
            <a:blip r:embed="rId3"/>
            <a:tile tx="0" ty="0" sx="100000" sy="100000" flip="none" algn="tl"/>
          </a:blipFill>
        </p:spPr>
        <p:txBody>
          <a:bodyPr/>
          <a:lstStyle/>
          <a:p>
            <a:pPr>
              <a:buFont typeface="Wingdings" pitchFamily="2" charset="2"/>
              <a:buChar char="§"/>
            </a:pPr>
            <a:endParaRPr lang="en-US" dirty="0" smtClean="0">
              <a:ln>
                <a:solidFill>
                  <a:schemeClr val="accent2">
                    <a:lumMod val="75000"/>
                  </a:schemeClr>
                </a:solidFill>
              </a:ln>
              <a:solidFill>
                <a:schemeClr val="accent4">
                  <a:lumMod val="50000"/>
                </a:schemeClr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>
              <a:buFont typeface="Wingdings" pitchFamily="2" charset="2"/>
              <a:buChar char="§"/>
            </a:pPr>
            <a:r>
              <a:rPr lang="en-US" dirty="0" smtClean="0">
                <a:ln>
                  <a:solidFill>
                    <a:schemeClr val="accent2">
                      <a:lumMod val="75000"/>
                    </a:schemeClr>
                  </a:solidFill>
                </a:ln>
                <a:solidFill>
                  <a:schemeClr val="accent4">
                    <a:lumMod val="50000"/>
                  </a:schemeClr>
                </a:solidFill>
                <a:latin typeface="Adobe Gothic Std B" pitchFamily="34" charset="-128"/>
                <a:ea typeface="Adobe Gothic Std B" pitchFamily="34" charset="-128"/>
              </a:rPr>
              <a:t>Transition  from  Antiquity  to Modernity</a:t>
            </a:r>
          </a:p>
          <a:p>
            <a:pPr>
              <a:buFont typeface="Wingdings" pitchFamily="2" charset="2"/>
              <a:buChar char="§"/>
            </a:pPr>
            <a:r>
              <a:rPr lang="en-US" dirty="0" smtClean="0">
                <a:ln>
                  <a:solidFill>
                    <a:schemeClr val="accent2">
                      <a:lumMod val="75000"/>
                    </a:schemeClr>
                  </a:solidFill>
                </a:ln>
                <a:solidFill>
                  <a:schemeClr val="accent4">
                    <a:lumMod val="50000"/>
                  </a:schemeClr>
                </a:solidFill>
                <a:latin typeface="Adobe Gothic Std B" pitchFamily="34" charset="-128"/>
                <a:ea typeface="Adobe Gothic Std B" pitchFamily="34" charset="-128"/>
              </a:rPr>
              <a:t>Clarity and Simplicity</a:t>
            </a:r>
          </a:p>
          <a:p>
            <a:pPr>
              <a:buFont typeface="Wingdings" pitchFamily="2" charset="2"/>
              <a:buChar char="§"/>
            </a:pPr>
            <a:r>
              <a:rPr lang="en-US" dirty="0" smtClean="0">
                <a:ln>
                  <a:solidFill>
                    <a:schemeClr val="accent2">
                      <a:lumMod val="75000"/>
                    </a:schemeClr>
                  </a:solidFill>
                </a:ln>
                <a:solidFill>
                  <a:schemeClr val="accent4">
                    <a:lumMod val="50000"/>
                  </a:schemeClr>
                </a:solidFill>
                <a:latin typeface="Adobe Gothic Std B" pitchFamily="34" charset="-128"/>
                <a:ea typeface="Adobe Gothic Std B" pitchFamily="34" charset="-128"/>
              </a:rPr>
              <a:t>Precision and Critical interest</a:t>
            </a:r>
          </a:p>
          <a:p>
            <a:pPr>
              <a:buFont typeface="Wingdings" pitchFamily="2" charset="2"/>
              <a:buChar char="§"/>
            </a:pPr>
            <a:r>
              <a:rPr lang="en-US" dirty="0" smtClean="0">
                <a:ln>
                  <a:solidFill>
                    <a:schemeClr val="accent2">
                      <a:lumMod val="75000"/>
                    </a:schemeClr>
                  </a:solidFill>
                </a:ln>
                <a:solidFill>
                  <a:schemeClr val="accent4">
                    <a:lumMod val="50000"/>
                  </a:schemeClr>
                </a:solidFill>
                <a:latin typeface="Adobe Gothic Std B" pitchFamily="34" charset="-128"/>
                <a:ea typeface="Adobe Gothic Std B" pitchFamily="34" charset="-128"/>
              </a:rPr>
              <a:t>Loss of Ornamentation</a:t>
            </a:r>
          </a:p>
          <a:p>
            <a:pPr>
              <a:buFont typeface="Wingdings" pitchFamily="2" charset="2"/>
              <a:buChar char="§"/>
            </a:pPr>
            <a:r>
              <a:rPr lang="en-US" dirty="0" smtClean="0">
                <a:ln>
                  <a:solidFill>
                    <a:schemeClr val="accent2">
                      <a:lumMod val="75000"/>
                    </a:schemeClr>
                  </a:solidFill>
                </a:ln>
                <a:solidFill>
                  <a:schemeClr val="accent4">
                    <a:lumMod val="50000"/>
                  </a:schemeClr>
                </a:solidFill>
                <a:latin typeface="Adobe Gothic Std B" pitchFamily="34" charset="-128"/>
                <a:ea typeface="Adobe Gothic Std B" pitchFamily="34" charset="-128"/>
              </a:rPr>
              <a:t>Christian Religious Writings</a:t>
            </a:r>
          </a:p>
          <a:p>
            <a:pPr>
              <a:buFont typeface="Wingdings" pitchFamily="2" charset="2"/>
              <a:buChar char="§"/>
            </a:pPr>
            <a:r>
              <a:rPr lang="en-US" dirty="0" err="1" smtClean="0">
                <a:ln>
                  <a:solidFill>
                    <a:schemeClr val="accent2">
                      <a:lumMod val="75000"/>
                    </a:schemeClr>
                  </a:solidFill>
                </a:ln>
                <a:solidFill>
                  <a:schemeClr val="accent4">
                    <a:lumMod val="50000"/>
                  </a:schemeClr>
                </a:solidFill>
                <a:latin typeface="Adobe Gothic Std B" pitchFamily="34" charset="-128"/>
                <a:ea typeface="Adobe Gothic Std B" pitchFamily="34" charset="-128"/>
              </a:rPr>
              <a:t>Piligrim`s</a:t>
            </a:r>
            <a:r>
              <a:rPr lang="en-US" dirty="0" smtClean="0">
                <a:ln>
                  <a:solidFill>
                    <a:schemeClr val="accent2">
                      <a:lumMod val="75000"/>
                    </a:schemeClr>
                  </a:solidFill>
                </a:ln>
                <a:solidFill>
                  <a:schemeClr val="accent4">
                    <a:lumMod val="50000"/>
                  </a:schemeClr>
                </a:solidFill>
                <a:latin typeface="Adobe Gothic Std B" pitchFamily="34" charset="-128"/>
                <a:ea typeface="Adobe Gothic Std B" pitchFamily="34" charset="-128"/>
              </a:rPr>
              <a:t>  Progress  (John Bunyan)</a:t>
            </a:r>
            <a:endParaRPr lang="en-US" dirty="0">
              <a:ln>
                <a:solidFill>
                  <a:schemeClr val="accent2">
                    <a:lumMod val="75000"/>
                  </a:schemeClr>
                </a:solidFill>
              </a:ln>
              <a:solidFill>
                <a:schemeClr val="accent4">
                  <a:lumMod val="50000"/>
                </a:schemeClr>
              </a:solidFill>
              <a:latin typeface="Adobe Gothic Std B" pitchFamily="34" charset="-128"/>
              <a:ea typeface="Adobe Gothic Std B" pitchFamily="34" charset="-128"/>
            </a:endParaRPr>
          </a:p>
        </p:txBody>
      </p:sp>
      <p:pic>
        <p:nvPicPr>
          <p:cNvPr id="4" name="Picture 3" descr="IMG_20190819_000622_72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2352675"/>
            <a:ext cx="1981200" cy="31337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7315200" cy="914400"/>
          </a:xfrm>
          <a:blipFill>
            <a:blip r:embed="rId2"/>
            <a:tile tx="0" ty="0" sx="100000" sy="100000" flip="none" algn="tl"/>
          </a:blipFill>
        </p:spPr>
        <p:txBody>
          <a:bodyPr>
            <a:normAutofit/>
          </a:bodyPr>
          <a:lstStyle/>
          <a:p>
            <a:r>
              <a:rPr lang="en-US" sz="5400" dirty="0" smtClean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sewood Std Regular" pitchFamily="82" charset="0"/>
              </a:rPr>
              <a:t>DRAMA</a:t>
            </a:r>
            <a:endParaRPr lang="en-US" sz="5400" dirty="0">
              <a:ln>
                <a:solidFill>
                  <a:schemeClr val="bg2">
                    <a:lumMod val="25000"/>
                  </a:schemeClr>
                </a:solidFill>
              </a:ln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osewood Std Regular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14400"/>
            <a:ext cx="7315200" cy="4572000"/>
          </a:xfrm>
          <a:blipFill>
            <a:blip r:embed="rId3"/>
            <a:tile tx="0" ty="0" sx="100000" sy="100000" flip="none" algn="tl"/>
          </a:blipFill>
        </p:spPr>
        <p:txBody>
          <a:bodyPr/>
          <a:lstStyle/>
          <a:p>
            <a:pPr>
              <a:buFont typeface="Wingdings" pitchFamily="2" charset="2"/>
              <a:buChar char="Ø"/>
            </a:pPr>
            <a:endParaRPr lang="en-US" dirty="0" smtClean="0">
              <a:latin typeface="Adobe Gothic Std B" pitchFamily="34" charset="-128"/>
              <a:ea typeface="Adobe Gothic Std B" pitchFamily="34" charset="-128"/>
            </a:endParaRPr>
          </a:p>
          <a:p>
            <a:pPr>
              <a:buFont typeface="Wingdings" pitchFamily="2" charset="2"/>
              <a:buChar char="Ø"/>
            </a:pPr>
            <a:r>
              <a:rPr lang="en-US" dirty="0" smtClean="0">
                <a:ln>
                  <a:solidFill>
                    <a:schemeClr val="accent2">
                      <a:lumMod val="75000"/>
                    </a:schemeClr>
                  </a:solidFill>
                </a:ln>
                <a:solidFill>
                  <a:schemeClr val="accent4">
                    <a:lumMod val="50000"/>
                  </a:schemeClr>
                </a:solidFill>
                <a:latin typeface="Adobe Gothic Std B" pitchFamily="34" charset="-128"/>
                <a:ea typeface="Adobe Gothic Std B" pitchFamily="34" charset="-128"/>
              </a:rPr>
              <a:t>Indoor Theatres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>
                <a:ln>
                  <a:solidFill>
                    <a:schemeClr val="accent2">
                      <a:lumMod val="75000"/>
                    </a:schemeClr>
                  </a:solidFill>
                </a:ln>
                <a:solidFill>
                  <a:schemeClr val="accent4">
                    <a:lumMod val="50000"/>
                  </a:schemeClr>
                </a:solidFill>
                <a:latin typeface="Adobe Gothic Std B" pitchFamily="34" charset="-128"/>
                <a:ea typeface="Adobe Gothic Std B" pitchFamily="34" charset="-128"/>
              </a:rPr>
              <a:t>Horse-shoe shaped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>
                <a:ln>
                  <a:solidFill>
                    <a:schemeClr val="accent2">
                      <a:lumMod val="75000"/>
                    </a:schemeClr>
                  </a:solidFill>
                </a:ln>
                <a:solidFill>
                  <a:schemeClr val="accent4">
                    <a:lumMod val="50000"/>
                  </a:schemeClr>
                </a:solidFill>
                <a:latin typeface="Adobe Gothic Std B" pitchFamily="34" charset="-128"/>
                <a:ea typeface="Adobe Gothic Std B" pitchFamily="34" charset="-128"/>
              </a:rPr>
              <a:t>Smaller than Elizabethan Theatres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>
                <a:ln>
                  <a:solidFill>
                    <a:schemeClr val="accent2">
                      <a:lumMod val="75000"/>
                    </a:schemeClr>
                  </a:solidFill>
                </a:ln>
                <a:solidFill>
                  <a:schemeClr val="accent4">
                    <a:lumMod val="50000"/>
                  </a:schemeClr>
                </a:solidFill>
                <a:latin typeface="Adobe Gothic Std B" pitchFamily="34" charset="-128"/>
                <a:ea typeface="Adobe Gothic Std B" pitchFamily="34" charset="-128"/>
              </a:rPr>
              <a:t>Middle and Upper Class Audience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>
                <a:ln>
                  <a:solidFill>
                    <a:schemeClr val="accent2">
                      <a:lumMod val="75000"/>
                    </a:schemeClr>
                  </a:solidFill>
                </a:ln>
                <a:solidFill>
                  <a:schemeClr val="accent4">
                    <a:lumMod val="50000"/>
                  </a:schemeClr>
                </a:solidFill>
                <a:latin typeface="Adobe Gothic Std B" pitchFamily="34" charset="-128"/>
                <a:ea typeface="Adobe Gothic Std B" pitchFamily="34" charset="-128"/>
              </a:rPr>
              <a:t>Commercial Aspect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>
                <a:ln>
                  <a:solidFill>
                    <a:schemeClr val="accent2">
                      <a:lumMod val="75000"/>
                    </a:schemeClr>
                  </a:solidFill>
                </a:ln>
                <a:solidFill>
                  <a:schemeClr val="accent4">
                    <a:lumMod val="50000"/>
                  </a:schemeClr>
                </a:solidFill>
                <a:latin typeface="Adobe Gothic Std B" pitchFamily="34" charset="-128"/>
                <a:ea typeface="Adobe Gothic Std B" pitchFamily="34" charset="-128"/>
              </a:rPr>
              <a:t>Attention lost from  Artistic Aspect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>
                <a:ln>
                  <a:solidFill>
                    <a:schemeClr val="accent2">
                      <a:lumMod val="75000"/>
                    </a:schemeClr>
                  </a:solidFill>
                </a:ln>
                <a:solidFill>
                  <a:schemeClr val="accent4">
                    <a:lumMod val="50000"/>
                  </a:schemeClr>
                </a:solidFill>
                <a:latin typeface="Adobe Gothic Std B" pitchFamily="34" charset="-128"/>
                <a:ea typeface="Adobe Gothic Std B" pitchFamily="34" charset="-128"/>
              </a:rPr>
              <a:t>Introduction of women actresses</a:t>
            </a:r>
            <a:endParaRPr lang="en-US" dirty="0">
              <a:ln>
                <a:solidFill>
                  <a:schemeClr val="accent2">
                    <a:lumMod val="75000"/>
                  </a:schemeClr>
                </a:solidFill>
              </a:ln>
              <a:solidFill>
                <a:schemeClr val="accent4">
                  <a:lumMod val="50000"/>
                </a:schemeClr>
              </a:solidFill>
              <a:latin typeface="Adobe Gothic Std B" pitchFamily="34" charset="-128"/>
              <a:ea typeface="Adobe Gothic Std B" pitchFamily="34" charset="-128"/>
            </a:endParaRPr>
          </a:p>
        </p:txBody>
      </p:sp>
      <p:pic>
        <p:nvPicPr>
          <p:cNvPr id="4" name="Picture 3" descr="IMG_20190819_000609_687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334000" y="1066800"/>
            <a:ext cx="1828800" cy="2667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7315200" cy="914400"/>
          </a:xfrm>
          <a:blipFill>
            <a:blip r:embed="rId2"/>
            <a:tile tx="0" ty="0" sx="100000" sy="100000" flip="none" algn="tl"/>
          </a:blipFill>
        </p:spPr>
        <p:txBody>
          <a:bodyPr>
            <a:normAutofit/>
          </a:bodyPr>
          <a:lstStyle/>
          <a:p>
            <a:r>
              <a:rPr lang="en-US" sz="5400" dirty="0" smtClean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sewood Std Regular" pitchFamily="82" charset="0"/>
              </a:rPr>
              <a:t>TRAGEDY</a:t>
            </a:r>
            <a:endParaRPr lang="en-US" sz="5400" dirty="0">
              <a:ln>
                <a:solidFill>
                  <a:schemeClr val="bg2">
                    <a:lumMod val="25000"/>
                  </a:schemeClr>
                </a:solidFill>
              </a:ln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osewood Std Regular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14400"/>
            <a:ext cx="7315200" cy="4572000"/>
          </a:xfrm>
          <a:blipFill>
            <a:blip r:embed="rId3"/>
            <a:tile tx="0" ty="0" sx="100000" sy="100000" flip="none" algn="tl"/>
          </a:blipFill>
        </p:spPr>
        <p:txBody>
          <a:bodyPr/>
          <a:lstStyle/>
          <a:p>
            <a:pPr>
              <a:buFont typeface="Wingdings" pitchFamily="2" charset="2"/>
              <a:buChar char="§"/>
            </a:pPr>
            <a:endParaRPr lang="en-US" dirty="0" smtClean="0">
              <a:ln>
                <a:solidFill>
                  <a:schemeClr val="accent2">
                    <a:lumMod val="75000"/>
                  </a:schemeClr>
                </a:solidFill>
              </a:ln>
              <a:solidFill>
                <a:schemeClr val="accent4">
                  <a:lumMod val="50000"/>
                </a:schemeClr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>
              <a:buFont typeface="Wingdings" pitchFamily="2" charset="2"/>
              <a:buChar char="§"/>
            </a:pPr>
            <a:r>
              <a:rPr lang="en-US" dirty="0" smtClean="0">
                <a:ln>
                  <a:solidFill>
                    <a:schemeClr val="accent2">
                      <a:lumMod val="75000"/>
                    </a:schemeClr>
                  </a:solidFill>
                </a:ln>
                <a:solidFill>
                  <a:schemeClr val="accent4">
                    <a:lumMod val="50000"/>
                  </a:schemeClr>
                </a:solidFill>
                <a:latin typeface="Adobe Gothic Std B" pitchFamily="34" charset="-128"/>
                <a:ea typeface="Adobe Gothic Std B" pitchFamily="34" charset="-128"/>
              </a:rPr>
              <a:t>Heroic  Tragedy</a:t>
            </a:r>
          </a:p>
          <a:p>
            <a:pPr>
              <a:buFont typeface="Wingdings" pitchFamily="2" charset="2"/>
              <a:buChar char="§"/>
            </a:pPr>
            <a:r>
              <a:rPr lang="en-US" dirty="0" smtClean="0">
                <a:ln>
                  <a:solidFill>
                    <a:schemeClr val="accent2">
                      <a:lumMod val="75000"/>
                    </a:schemeClr>
                  </a:solidFill>
                </a:ln>
                <a:solidFill>
                  <a:schemeClr val="accent4">
                    <a:lumMod val="50000"/>
                  </a:schemeClr>
                </a:solidFill>
                <a:latin typeface="Adobe Gothic Std B" pitchFamily="34" charset="-128"/>
                <a:ea typeface="Adobe Gothic Std B" pitchFamily="34" charset="-128"/>
              </a:rPr>
              <a:t>Love and </a:t>
            </a:r>
            <a:r>
              <a:rPr lang="en-US" dirty="0" err="1" smtClean="0">
                <a:ln>
                  <a:solidFill>
                    <a:schemeClr val="accent2">
                      <a:lumMod val="75000"/>
                    </a:schemeClr>
                  </a:solidFill>
                </a:ln>
                <a:solidFill>
                  <a:schemeClr val="accent4">
                    <a:lumMod val="50000"/>
                  </a:schemeClr>
                </a:solidFill>
                <a:latin typeface="Adobe Gothic Std B" pitchFamily="34" charset="-128"/>
                <a:ea typeface="Adobe Gothic Std B" pitchFamily="34" charset="-128"/>
              </a:rPr>
              <a:t>honour</a:t>
            </a:r>
            <a:endParaRPr lang="en-US" dirty="0" smtClean="0">
              <a:ln>
                <a:solidFill>
                  <a:schemeClr val="accent2">
                    <a:lumMod val="75000"/>
                  </a:schemeClr>
                </a:solidFill>
              </a:ln>
              <a:solidFill>
                <a:schemeClr val="accent4">
                  <a:lumMod val="50000"/>
                </a:schemeClr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>
              <a:buFont typeface="Wingdings" pitchFamily="2" charset="2"/>
              <a:buChar char="§"/>
            </a:pPr>
            <a:r>
              <a:rPr lang="en-US" dirty="0" smtClean="0">
                <a:ln>
                  <a:solidFill>
                    <a:schemeClr val="accent2">
                      <a:lumMod val="75000"/>
                    </a:schemeClr>
                  </a:solidFill>
                </a:ln>
                <a:solidFill>
                  <a:schemeClr val="accent4">
                    <a:lumMod val="50000"/>
                  </a:schemeClr>
                </a:solidFill>
                <a:latin typeface="Adobe Gothic Std B" pitchFamily="34" charset="-128"/>
                <a:ea typeface="Adobe Gothic Std B" pitchFamily="34" charset="-128"/>
              </a:rPr>
              <a:t>Heroic couplets and Blank Verses</a:t>
            </a:r>
          </a:p>
          <a:p>
            <a:pPr>
              <a:buFont typeface="Wingdings" pitchFamily="2" charset="2"/>
              <a:buChar char="§"/>
            </a:pPr>
            <a:r>
              <a:rPr lang="en-US" dirty="0" smtClean="0">
                <a:ln>
                  <a:solidFill>
                    <a:schemeClr val="accent2">
                      <a:lumMod val="75000"/>
                    </a:schemeClr>
                  </a:solidFill>
                </a:ln>
                <a:solidFill>
                  <a:schemeClr val="accent4">
                    <a:lumMod val="50000"/>
                  </a:schemeClr>
                </a:solidFill>
                <a:latin typeface="Adobe Gothic Std B" pitchFamily="34" charset="-128"/>
                <a:ea typeface="Adobe Gothic Std B" pitchFamily="34" charset="-128"/>
              </a:rPr>
              <a:t>Elaborate dialogues</a:t>
            </a:r>
          </a:p>
          <a:p>
            <a:pPr>
              <a:buFont typeface="Wingdings" pitchFamily="2" charset="2"/>
              <a:buChar char="§"/>
            </a:pPr>
            <a:r>
              <a:rPr lang="en-US" dirty="0" smtClean="0">
                <a:ln>
                  <a:solidFill>
                    <a:schemeClr val="accent2">
                      <a:lumMod val="75000"/>
                    </a:schemeClr>
                  </a:solidFill>
                </a:ln>
                <a:solidFill>
                  <a:schemeClr val="accent4">
                    <a:lumMod val="50000"/>
                  </a:schemeClr>
                </a:solidFill>
                <a:latin typeface="Adobe Gothic Std B" pitchFamily="34" charset="-128"/>
                <a:ea typeface="Adobe Gothic Std B" pitchFamily="34" charset="-128"/>
              </a:rPr>
              <a:t>Noble  Heroes and Heroines</a:t>
            </a:r>
          </a:p>
          <a:p>
            <a:pPr>
              <a:buFont typeface="Wingdings" pitchFamily="2" charset="2"/>
              <a:buChar char="§"/>
            </a:pPr>
            <a:r>
              <a:rPr lang="en-US" dirty="0" smtClean="0">
                <a:ln>
                  <a:solidFill>
                    <a:schemeClr val="accent2">
                      <a:lumMod val="75000"/>
                    </a:schemeClr>
                  </a:solidFill>
                </a:ln>
                <a:solidFill>
                  <a:schemeClr val="accent4">
                    <a:lumMod val="50000"/>
                  </a:schemeClr>
                </a:solidFill>
                <a:latin typeface="Adobe Gothic Std B" pitchFamily="34" charset="-128"/>
                <a:ea typeface="Adobe Gothic Std B" pitchFamily="34" charset="-128"/>
              </a:rPr>
              <a:t>Dominating  Villains</a:t>
            </a:r>
          </a:p>
          <a:p>
            <a:pPr>
              <a:buFont typeface="Wingdings" pitchFamily="2" charset="2"/>
              <a:buChar char="§"/>
            </a:pPr>
            <a:r>
              <a:rPr lang="en-US" dirty="0" smtClean="0">
                <a:ln>
                  <a:solidFill>
                    <a:schemeClr val="accent2">
                      <a:lumMod val="75000"/>
                    </a:schemeClr>
                  </a:solidFill>
                </a:ln>
                <a:solidFill>
                  <a:schemeClr val="accent4">
                    <a:lumMod val="50000"/>
                  </a:schemeClr>
                </a:solidFill>
                <a:latin typeface="Adobe Gothic Std B" pitchFamily="34" charset="-128"/>
                <a:ea typeface="Adobe Gothic Std B" pitchFamily="34" charset="-128"/>
              </a:rPr>
              <a:t>All For Love (Dryden)</a:t>
            </a:r>
          </a:p>
          <a:p>
            <a:pPr>
              <a:buFont typeface="Wingdings" pitchFamily="2" charset="2"/>
              <a:buChar char="§"/>
            </a:pPr>
            <a:r>
              <a:rPr lang="en-US" dirty="0" smtClean="0">
                <a:ln>
                  <a:solidFill>
                    <a:schemeClr val="accent2">
                      <a:lumMod val="75000"/>
                    </a:schemeClr>
                  </a:solidFill>
                </a:ln>
                <a:solidFill>
                  <a:schemeClr val="accent4">
                    <a:lumMod val="50000"/>
                  </a:schemeClr>
                </a:solidFill>
                <a:latin typeface="Adobe Gothic Std B" pitchFamily="34" charset="-128"/>
                <a:ea typeface="Adobe Gothic Std B" pitchFamily="34" charset="-128"/>
              </a:rPr>
              <a:t>The Orphan (Thomas Otway)</a:t>
            </a:r>
          </a:p>
        </p:txBody>
      </p:sp>
      <p:pic>
        <p:nvPicPr>
          <p:cNvPr id="4" name="Picture 3" descr="IMG_20190819_000613_35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5400" y="1219200"/>
            <a:ext cx="2057400" cy="4038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7315200" cy="914400"/>
          </a:xfrm>
          <a:blipFill>
            <a:blip r:embed="rId2"/>
            <a:tile tx="0" ty="0" sx="100000" sy="100000" flip="none" algn="tl"/>
          </a:blipFill>
        </p:spPr>
        <p:txBody>
          <a:bodyPr>
            <a:normAutofit/>
          </a:bodyPr>
          <a:lstStyle/>
          <a:p>
            <a:r>
              <a:rPr lang="en-US" sz="5400" dirty="0" smtClean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sewood Std Regular" pitchFamily="82" charset="0"/>
              </a:rPr>
              <a:t>COMEDY</a:t>
            </a:r>
            <a:endParaRPr lang="en-US" sz="5400" dirty="0">
              <a:ln>
                <a:solidFill>
                  <a:schemeClr val="bg2">
                    <a:lumMod val="25000"/>
                  </a:schemeClr>
                </a:solidFill>
              </a:ln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osewood Std Regular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14400"/>
            <a:ext cx="7315200" cy="4572000"/>
          </a:xfrm>
          <a:blipFill>
            <a:blip r:embed="rId3"/>
            <a:tile tx="0" ty="0" sx="100000" sy="100000" flip="none" algn="tl"/>
          </a:blipFill>
        </p:spPr>
        <p:txBody>
          <a:bodyPr/>
          <a:lstStyle/>
          <a:p>
            <a:endParaRPr lang="en-US" dirty="0" smtClean="0"/>
          </a:p>
          <a:p>
            <a:pPr>
              <a:buFont typeface="Wingdings" pitchFamily="2" charset="2"/>
              <a:buChar char="§"/>
            </a:pPr>
            <a:r>
              <a:rPr lang="en-US" dirty="0" smtClean="0">
                <a:ln>
                  <a:solidFill>
                    <a:schemeClr val="accent2">
                      <a:lumMod val="75000"/>
                    </a:schemeClr>
                  </a:solidFill>
                </a:ln>
                <a:solidFill>
                  <a:schemeClr val="accent4">
                    <a:lumMod val="50000"/>
                  </a:schemeClr>
                </a:solidFill>
                <a:latin typeface="Adobe Gothic Std B" pitchFamily="34" charset="-128"/>
                <a:ea typeface="Adobe Gothic Std B" pitchFamily="34" charset="-128"/>
              </a:rPr>
              <a:t>Comedy Of Manners</a:t>
            </a:r>
          </a:p>
          <a:p>
            <a:pPr>
              <a:buFont typeface="Wingdings" pitchFamily="2" charset="2"/>
              <a:buChar char="§"/>
            </a:pPr>
            <a:r>
              <a:rPr lang="en-US" dirty="0" smtClean="0">
                <a:ln>
                  <a:solidFill>
                    <a:schemeClr val="accent2">
                      <a:lumMod val="75000"/>
                    </a:schemeClr>
                  </a:solidFill>
                </a:ln>
                <a:solidFill>
                  <a:schemeClr val="accent4">
                    <a:lumMod val="50000"/>
                  </a:schemeClr>
                </a:solidFill>
                <a:latin typeface="Adobe Gothic Std B" pitchFamily="34" charset="-128"/>
                <a:ea typeface="Adobe Gothic Std B" pitchFamily="34" charset="-128"/>
              </a:rPr>
              <a:t>Mirrors  manners of Upper Class</a:t>
            </a:r>
          </a:p>
          <a:p>
            <a:pPr>
              <a:buFont typeface="Wingdings" pitchFamily="2" charset="2"/>
              <a:buChar char="§"/>
            </a:pPr>
            <a:r>
              <a:rPr lang="en-US" dirty="0" smtClean="0">
                <a:ln>
                  <a:solidFill>
                    <a:schemeClr val="accent2">
                      <a:lumMod val="75000"/>
                    </a:schemeClr>
                  </a:solidFill>
                </a:ln>
                <a:solidFill>
                  <a:schemeClr val="accent4">
                    <a:lumMod val="50000"/>
                  </a:schemeClr>
                </a:solidFill>
                <a:latin typeface="Adobe Gothic Std B" pitchFamily="34" charset="-128"/>
                <a:ea typeface="Adobe Gothic Std B" pitchFamily="34" charset="-128"/>
              </a:rPr>
              <a:t>Unemotional treatment of sex</a:t>
            </a:r>
          </a:p>
          <a:p>
            <a:pPr>
              <a:buFont typeface="Wingdings" pitchFamily="2" charset="2"/>
              <a:buChar char="§"/>
            </a:pPr>
            <a:r>
              <a:rPr lang="en-US" dirty="0" smtClean="0">
                <a:ln>
                  <a:solidFill>
                    <a:schemeClr val="accent2">
                      <a:lumMod val="75000"/>
                    </a:schemeClr>
                  </a:solidFill>
                </a:ln>
                <a:solidFill>
                  <a:schemeClr val="accent4">
                    <a:lumMod val="50000"/>
                  </a:schemeClr>
                </a:solidFill>
                <a:latin typeface="Adobe Gothic Std B" pitchFamily="34" charset="-128"/>
                <a:ea typeface="Adobe Gothic Std B" pitchFamily="34" charset="-128"/>
              </a:rPr>
              <a:t>Heroine  more important</a:t>
            </a:r>
          </a:p>
          <a:p>
            <a:pPr>
              <a:buFont typeface="Wingdings" pitchFamily="2" charset="2"/>
              <a:buChar char="§"/>
            </a:pPr>
            <a:r>
              <a:rPr lang="en-US" dirty="0" smtClean="0">
                <a:ln>
                  <a:solidFill>
                    <a:schemeClr val="accent2">
                      <a:lumMod val="75000"/>
                    </a:schemeClr>
                  </a:solidFill>
                </a:ln>
                <a:solidFill>
                  <a:schemeClr val="accent4">
                    <a:lumMod val="50000"/>
                  </a:schemeClr>
                </a:solidFill>
                <a:latin typeface="Adobe Gothic Std B" pitchFamily="34" charset="-128"/>
                <a:ea typeface="Adobe Gothic Std B" pitchFamily="34" charset="-128"/>
              </a:rPr>
              <a:t>Immorality, Vitality</a:t>
            </a:r>
          </a:p>
          <a:p>
            <a:pPr>
              <a:buFont typeface="Wingdings" pitchFamily="2" charset="2"/>
              <a:buChar char="§"/>
            </a:pPr>
            <a:r>
              <a:rPr lang="en-US" dirty="0" smtClean="0">
                <a:ln>
                  <a:solidFill>
                    <a:schemeClr val="accent2">
                      <a:lumMod val="75000"/>
                    </a:schemeClr>
                  </a:solidFill>
                </a:ln>
                <a:solidFill>
                  <a:schemeClr val="accent4">
                    <a:lumMod val="50000"/>
                  </a:schemeClr>
                </a:solidFill>
                <a:latin typeface="Adobe Gothic Std B" pitchFamily="34" charset="-128"/>
                <a:ea typeface="Adobe Gothic Std B" pitchFamily="34" charset="-128"/>
              </a:rPr>
              <a:t>Cynical  Spirit</a:t>
            </a:r>
          </a:p>
          <a:p>
            <a:pPr>
              <a:buFont typeface="Wingdings" pitchFamily="2" charset="2"/>
              <a:buChar char="§"/>
            </a:pPr>
            <a:r>
              <a:rPr lang="en-US" dirty="0" smtClean="0">
                <a:ln>
                  <a:solidFill>
                    <a:schemeClr val="accent2">
                      <a:lumMod val="75000"/>
                    </a:schemeClr>
                  </a:solidFill>
                </a:ln>
                <a:solidFill>
                  <a:schemeClr val="accent4">
                    <a:lumMod val="50000"/>
                  </a:schemeClr>
                </a:solidFill>
                <a:latin typeface="Adobe Gothic Std B" pitchFamily="34" charset="-128"/>
                <a:ea typeface="Adobe Gothic Std B" pitchFamily="34" charset="-128"/>
              </a:rPr>
              <a:t>Wit  and Satire more important than plot</a:t>
            </a:r>
          </a:p>
          <a:p>
            <a:pPr>
              <a:buFont typeface="Wingdings" pitchFamily="2" charset="2"/>
              <a:buChar char="§"/>
            </a:pPr>
            <a:r>
              <a:rPr lang="en-US" dirty="0" smtClean="0">
                <a:ln>
                  <a:solidFill>
                    <a:schemeClr val="accent2">
                      <a:lumMod val="75000"/>
                    </a:schemeClr>
                  </a:solidFill>
                </a:ln>
                <a:solidFill>
                  <a:schemeClr val="accent4">
                    <a:lumMod val="50000"/>
                  </a:schemeClr>
                </a:solidFill>
                <a:latin typeface="Adobe Gothic Std B" pitchFamily="34" charset="-128"/>
                <a:ea typeface="Adobe Gothic Std B" pitchFamily="34" charset="-128"/>
              </a:rPr>
              <a:t>Way Of The World (Congreve)</a:t>
            </a:r>
          </a:p>
          <a:p>
            <a:pPr>
              <a:buFont typeface="Wingdings" pitchFamily="2" charset="2"/>
              <a:buChar char="§"/>
            </a:pPr>
            <a:r>
              <a:rPr lang="en-US" dirty="0" smtClean="0">
                <a:ln>
                  <a:solidFill>
                    <a:schemeClr val="accent2">
                      <a:lumMod val="75000"/>
                    </a:schemeClr>
                  </a:solidFill>
                </a:ln>
                <a:solidFill>
                  <a:schemeClr val="accent4">
                    <a:lumMod val="50000"/>
                  </a:schemeClr>
                </a:solidFill>
                <a:latin typeface="Adobe Gothic Std B" pitchFamily="34" charset="-128"/>
                <a:ea typeface="Adobe Gothic Std B" pitchFamily="34" charset="-128"/>
              </a:rPr>
              <a:t>Country Wife (Wycherley)</a:t>
            </a:r>
          </a:p>
          <a:p>
            <a:pPr>
              <a:buFont typeface="Wingdings" pitchFamily="2" charset="2"/>
              <a:buChar char="§"/>
            </a:pPr>
            <a:endParaRPr lang="en-US" dirty="0">
              <a:ln>
                <a:solidFill>
                  <a:schemeClr val="accent2">
                    <a:lumMod val="75000"/>
                  </a:schemeClr>
                </a:solidFill>
              </a:ln>
              <a:solidFill>
                <a:schemeClr val="accent4">
                  <a:lumMod val="50000"/>
                </a:schemeClr>
              </a:solidFill>
              <a:latin typeface="Adobe Gothic Std B" pitchFamily="34" charset="-128"/>
              <a:ea typeface="Adobe Gothic Std B" pitchFamily="34" charset="-128"/>
            </a:endParaRPr>
          </a:p>
        </p:txBody>
      </p:sp>
      <p:pic>
        <p:nvPicPr>
          <p:cNvPr id="4" name="Picture 3" descr="IMG_20190819_000615_68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6325" y="914400"/>
            <a:ext cx="2428875" cy="2971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7315200" cy="914400"/>
          </a:xfrm>
          <a:blipFill>
            <a:blip r:embed="rId2"/>
            <a:tile tx="0" ty="0" sx="100000" sy="100000" flip="none" algn="tl"/>
          </a:blipFill>
        </p:spPr>
        <p:txBody>
          <a:bodyPr>
            <a:normAutofit/>
          </a:bodyPr>
          <a:lstStyle/>
          <a:p>
            <a:r>
              <a:rPr lang="en-US" sz="5400" dirty="0" smtClean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accent2">
                    <a:lumMod val="50000"/>
                  </a:schemeClr>
                </a:solidFill>
                <a:latin typeface="Rosewood Std Regular" pitchFamily="82" charset="0"/>
              </a:rPr>
              <a:t>conclusion</a:t>
            </a:r>
            <a:endParaRPr lang="en-US" sz="5400" dirty="0">
              <a:ln>
                <a:solidFill>
                  <a:schemeClr val="bg2">
                    <a:lumMod val="25000"/>
                  </a:schemeClr>
                </a:solidFill>
              </a:ln>
              <a:solidFill>
                <a:schemeClr val="accent2">
                  <a:lumMod val="50000"/>
                </a:schemeClr>
              </a:solidFill>
              <a:latin typeface="Rosewood Std Regular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14400"/>
            <a:ext cx="7315200" cy="4572000"/>
          </a:xfrm>
          <a:blipFill>
            <a:blip r:embed="rId3"/>
            <a:tile tx="0" ty="0" sx="100000" sy="100000" flip="none" algn="tl"/>
          </a:blipFill>
        </p:spPr>
        <p:txBody>
          <a:bodyPr/>
          <a:lstStyle/>
          <a:p>
            <a:pPr>
              <a:buNone/>
            </a:pPr>
            <a:endParaRPr lang="en-US" dirty="0" smtClean="0"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  <a:solidFill>
                <a:schemeClr val="accent4">
                  <a:lumMod val="50000"/>
                </a:schemeClr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>
              <a:buFont typeface="Wingdings" pitchFamily="2" charset="2"/>
              <a:buChar char="Ø"/>
            </a:pPr>
            <a:r>
              <a:rPr lang="en-US" dirty="0" smtClean="0">
                <a:ln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  <a:solidFill>
                  <a:schemeClr val="accent4">
                    <a:lumMod val="50000"/>
                  </a:schemeClr>
                </a:solidFill>
                <a:latin typeface="Adobe Gothic Std B" pitchFamily="34" charset="-128"/>
                <a:ea typeface="Adobe Gothic Std B" pitchFamily="34" charset="-128"/>
              </a:rPr>
              <a:t>End of Puritan Government</a:t>
            </a:r>
          </a:p>
          <a:p>
            <a:pPr>
              <a:buNone/>
            </a:pPr>
            <a:r>
              <a:rPr lang="en-US" dirty="0" smtClean="0">
                <a:ln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  <a:solidFill>
                  <a:schemeClr val="accent4">
                    <a:lumMod val="50000"/>
                  </a:schemeClr>
                </a:solidFill>
                <a:latin typeface="Adobe Gothic Std B" pitchFamily="34" charset="-128"/>
                <a:ea typeface="Adobe Gothic Std B" pitchFamily="34" charset="-128"/>
              </a:rPr>
              <a:t>   leading to excess immorality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>
                <a:ln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  <a:solidFill>
                  <a:schemeClr val="accent4">
                    <a:lumMod val="50000"/>
                  </a:schemeClr>
                </a:solidFill>
                <a:latin typeface="Adobe Gothic Std B" pitchFamily="34" charset="-128"/>
                <a:ea typeface="Adobe Gothic Std B" pitchFamily="34" charset="-128"/>
              </a:rPr>
              <a:t>Drama, prose and poetry restored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>
                <a:ln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  <a:solidFill>
                  <a:schemeClr val="accent4">
                    <a:lumMod val="50000"/>
                  </a:schemeClr>
                </a:solidFill>
                <a:latin typeface="Adobe Gothic Std B" pitchFamily="34" charset="-128"/>
                <a:ea typeface="Adobe Gothic Std B" pitchFamily="34" charset="-128"/>
              </a:rPr>
              <a:t>Paved the way for The Age Of Prose And Reason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>
                <a:ln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  <a:solidFill>
                  <a:schemeClr val="accent4">
                    <a:lumMod val="50000"/>
                  </a:schemeClr>
                </a:solidFill>
                <a:latin typeface="Adobe Gothic Std B" pitchFamily="34" charset="-128"/>
                <a:ea typeface="Adobe Gothic Std B" pitchFamily="34" charset="-128"/>
              </a:rPr>
              <a:t>Popularized Satires and Mock Epics</a:t>
            </a:r>
          </a:p>
          <a:p>
            <a:pPr>
              <a:buFont typeface="Wingdings" pitchFamily="2" charset="2"/>
              <a:buChar char="Ø"/>
            </a:pPr>
            <a:endParaRPr lang="en-US" dirty="0" smtClean="0"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  <a:solidFill>
                <a:schemeClr val="accent4">
                  <a:lumMod val="50000"/>
                </a:schemeClr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>
              <a:buNone/>
            </a:pPr>
            <a:endParaRPr lang="en-US" dirty="0"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  <a:solidFill>
                <a:schemeClr val="accent4">
                  <a:lumMod val="50000"/>
                </a:schemeClr>
              </a:solidFill>
              <a:latin typeface="Adobe Gothic Std B" pitchFamily="34" charset="-128"/>
              <a:ea typeface="Adobe Gothic Std B" pitchFamily="34" charset="-128"/>
            </a:endParaRPr>
          </a:p>
        </p:txBody>
      </p:sp>
      <p:pic>
        <p:nvPicPr>
          <p:cNvPr id="4" name="Picture 3" descr="IMG_20190819_000611_366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5400" y="1066800"/>
            <a:ext cx="2052637" cy="1524000"/>
          </a:xfrm>
          <a:prstGeom prst="rect">
            <a:avLst/>
          </a:prstGeom>
        </p:spPr>
      </p:pic>
      <p:pic>
        <p:nvPicPr>
          <p:cNvPr id="5" name="Picture 4" descr="IMG_20190819_000618_868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33600" y="4648200"/>
            <a:ext cx="2666999" cy="533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G_20190819_000551_9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0" cy="5486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726</TotalTime>
  <Words>480</Words>
  <Application>Microsoft Office PowerPoint</Application>
  <PresentationFormat>Custom</PresentationFormat>
  <Paragraphs>135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RESTORATION AND REFORMATION  -Dr. Santoshi Bhawani Mishra ASSISTANT Professor Department of English Magadh Mahila COLLEGE</vt:lpstr>
      <vt:lpstr>THE   REFORMATION</vt:lpstr>
      <vt:lpstr>Slide 3</vt:lpstr>
      <vt:lpstr>MARTIN   LUTHER </vt:lpstr>
      <vt:lpstr>IDEAS   OF  LUTHER</vt:lpstr>
      <vt:lpstr>impact</vt:lpstr>
      <vt:lpstr>RESTORATION</vt:lpstr>
      <vt:lpstr>FEATURES</vt:lpstr>
      <vt:lpstr>LITERARY FIGURES</vt:lpstr>
      <vt:lpstr>POETRY</vt:lpstr>
      <vt:lpstr>PROSE</vt:lpstr>
      <vt:lpstr>DRAMA</vt:lpstr>
      <vt:lpstr>TRAGEDY</vt:lpstr>
      <vt:lpstr>COMEDY</vt:lpstr>
      <vt:lpstr>conclusion</vt:lpstr>
      <vt:lpstr>Slide 16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computer</dc:creator>
  <cp:lastModifiedBy>VISHAL</cp:lastModifiedBy>
  <cp:revision>117</cp:revision>
  <dcterms:created xsi:type="dcterms:W3CDTF">2019-08-17T09:07:56Z</dcterms:created>
  <dcterms:modified xsi:type="dcterms:W3CDTF">2020-05-26T13:23:09Z</dcterms:modified>
</cp:coreProperties>
</file>