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3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F89F8F-7281-4B7C-B0C9-288B971791BA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4FA64-7251-4316-9638-A57C752D28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1DD37C-76C3-4F82-AB0E-48CD6FCFBFD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1DD37C-76C3-4F82-AB0E-48CD6FCFBFD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4B87C-87A2-4BF7-9255-D3EAAD698829}" type="datetimeFigureOut">
              <a:rPr lang="en-US" smtClean="0"/>
              <a:pPr/>
              <a:t>4/19/2020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98-651D-4EAB-920E-3ACF45C86AB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Khare.pushpanjali2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600450"/>
          </a:xfrm>
          <a:solidFill>
            <a:srgbClr val="0070C0"/>
          </a:solidFill>
        </p:spPr>
        <p:txBody>
          <a:bodyPr/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LAMP</a:t>
            </a:r>
            <a:r>
              <a:rPr lang="en-US" dirty="0" smtClean="0"/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BRUSH CHROMOSOME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(LBC)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81400"/>
            <a:ext cx="9144000" cy="3276600"/>
          </a:xfrm>
          <a:solidFill>
            <a:schemeClr val="accent6">
              <a:lumMod val="75000"/>
            </a:schemeClr>
          </a:solidFill>
        </p:spPr>
        <p:txBody>
          <a:bodyPr>
            <a:normAutofit fontScale="47500" lnSpcReduction="20000"/>
          </a:bodyPr>
          <a:lstStyle/>
          <a:p>
            <a:pPr algn="l"/>
            <a:r>
              <a:rPr lang="en-US" sz="44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Study material for:</a:t>
            </a:r>
          </a:p>
          <a:p>
            <a:pPr algn="l"/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B.Sc. Part II</a:t>
            </a:r>
            <a:b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BOTANY HONS.</a:t>
            </a:r>
            <a:b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PAPER IV</a:t>
            </a:r>
          </a:p>
          <a:p>
            <a:pPr algn="l"/>
            <a:endParaRPr lang="en-US" u="sng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Pushpanjali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khare</a:t>
            </a:r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Sr.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Asstt.Professor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&amp; Head</a:t>
            </a:r>
          </a:p>
          <a:p>
            <a:pPr algn="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Dept. of Botany</a:t>
            </a:r>
          </a:p>
          <a:p>
            <a:pPr algn="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MMC (PU)</a:t>
            </a:r>
          </a:p>
          <a:p>
            <a:pPr algn="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LAMP BRUSH CHROMOSOME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Lamp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rush Chromosome (LBC) is a type of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Giant Chromosome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also known as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Special Chromosome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due to its specific structure which differs from general chromosomal structure (Ref: slide no. 3)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Commonly found in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animal oocytes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LBC have also been reported in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plants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(Grun,1958), e.g.</a:t>
            </a:r>
            <a:r>
              <a:rPr lang="en-US" i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u="sng" dirty="0" smtClean="0">
                <a:latin typeface="Times New Roman" pitchFamily="18" charset="0"/>
                <a:cs typeface="Times New Roman" pitchFamily="18" charset="0"/>
              </a:rPr>
              <a:t>Acetabularia</a:t>
            </a:r>
            <a:r>
              <a:rPr lang="en-US" i="1" u="sng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siphonal green algae</a:t>
            </a:r>
            <a:endParaRPr lang="en-US" i="1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MORPHOLOGICAL DIFFERENCE BETWEEN GENERAL CHROMOSOME AND LAMP BRUSH CHROMOSOME (LBC)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Sony Vaio\Desktop\New folder (7)\special-type-of-chromosomes-5-1024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4497388" cy="5486400"/>
          </a:xfrm>
          <a:prstGeom prst="rect">
            <a:avLst/>
          </a:prstGeom>
          <a:noFill/>
        </p:spPr>
      </p:pic>
      <p:pic>
        <p:nvPicPr>
          <p:cNvPr id="3075" name="Picture 3" descr="C:\Users\Sony Vaio\Desktop\New folder (7)\special-type-of-chromosomes-35-1024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357629"/>
            <a:ext cx="4648201" cy="5500371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 flipH="1">
            <a:off x="5760719" y="6096000"/>
            <a:ext cx="2621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Lamp brush chromosome(LBC)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64770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General  idea of str. of chromosome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1" name="Picture 3" descr="C:\Users\Sony Vaio\Desktop\New folder (7)\giant-chromosomeslampbrush-polytene-5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LAMP BRUSH CHROMOSOME (LBC)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:\Users\Sony Vaio\Desktop\New folder (7)\giant-chromosomeslampbrush-polytene-6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5486400" y="0"/>
            <a:ext cx="36576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Morphological resemblance of Lamp brush chromosome with original lamp cleaning brush</a:t>
            </a: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426720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a-</a:t>
            </a:r>
            <a:r>
              <a:rPr lang="en-US" dirty="0" err="1" smtClean="0"/>
              <a:t>telomeric</a:t>
            </a:r>
            <a:r>
              <a:rPr lang="en-US" dirty="0" smtClean="0"/>
              <a:t> loop</a:t>
            </a:r>
          </a:p>
          <a:p>
            <a:r>
              <a:rPr lang="en-US" dirty="0" smtClean="0"/>
              <a:t>b-side loops</a:t>
            </a:r>
          </a:p>
          <a:p>
            <a:r>
              <a:rPr lang="en-US" dirty="0" smtClean="0"/>
              <a:t>c-</a:t>
            </a:r>
            <a:r>
              <a:rPr lang="en-US" dirty="0" err="1" smtClean="0"/>
              <a:t>chromatid</a:t>
            </a:r>
            <a:r>
              <a:rPr lang="en-US" dirty="0" smtClean="0"/>
              <a:t> without loops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C:\Users\Sony Vaio\Desktop\New folder (7)\special-type-of-chromosomes-29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Lamp brush chromosome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 descr="C:\Users\Sony Vaio\Desktop\New folder (7)\special-type-of-chromosomes-30-1024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Lamp brush chromosome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 descr="C:\Users\Sony Vaio\Desktop\New folder (7)\special-type-of-chromosomes-31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533400"/>
            <a:ext cx="9144000" cy="7239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-533400"/>
            <a:ext cx="91440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Lamp brush chromosome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 descr="C:\Users\Sony Vaio\Desktop\New folder (7)\special-type-of-chromosomes-32-1024 (1)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Lamp brush chromosome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C:\Users\Sony Vaio\Desktop\New folder (7)\giant-chromosomeslampbrush-polytene-9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6019800" y="0"/>
            <a:ext cx="3124200" cy="358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Detail structure of LBC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C:\Users\Sony Vaio\Desktop\New folder (7)\special-type-of-chromosomes-33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-304800"/>
            <a:ext cx="9144000" cy="71628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-304800"/>
            <a:ext cx="9144000" cy="175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Lamp brush chromosome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 descr="C:\Users\Sony Vaio\Desktop\New folder (7)\special-type-of-chromosomes-34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Detail structure of LBC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C:\Users\Sony Vaio\Desktop\New folder (7)\giant-chromosomeslampbrush-polytene-7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Detail structure of LBC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C:\Users\Sony Vaio\Desktop\New folder (7)\giant-chromosomeslampbrush-polytene-8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6781800" y="0"/>
            <a:ext cx="23622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Ref: Pearson Prentice Hall. Inc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C:\Users\Sony Vaio\Desktop\New folder (7)\giant-chromosomeslampbrush-polytene-10-102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Transcription in LBC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C:\Users\Sony Vaio\Desktop\New folder (7)\giant-chromosomeslampbrush-polytene-11-1024.jpg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Function of LBC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724400"/>
            <a:ext cx="9144000" cy="21336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Students are requested to share their </a:t>
            </a:r>
            <a:r>
              <a:rPr lang="en-US" dirty="0" smtClean="0"/>
              <a:t>queries on </a:t>
            </a:r>
            <a:r>
              <a:rPr lang="en-US" b="1" dirty="0" smtClean="0">
                <a:solidFill>
                  <a:schemeClr val="tx1"/>
                </a:solidFill>
              </a:rPr>
              <a:t>whatsapp group </a:t>
            </a:r>
            <a:r>
              <a:rPr lang="en-US" dirty="0" smtClean="0"/>
              <a:t>of </a:t>
            </a:r>
            <a:r>
              <a:rPr lang="en-US" dirty="0" smtClean="0"/>
              <a:t>class</a:t>
            </a:r>
            <a:r>
              <a:rPr lang="en-US" dirty="0" smtClean="0"/>
              <a:t>: </a:t>
            </a:r>
            <a:r>
              <a:rPr lang="en-US" b="1" dirty="0" smtClean="0">
                <a:solidFill>
                  <a:schemeClr val="tx1"/>
                </a:solidFill>
              </a:rPr>
              <a:t>MMC botany(D2)</a:t>
            </a:r>
          </a:p>
          <a:p>
            <a:r>
              <a:rPr lang="en-US" dirty="0" smtClean="0"/>
              <a:t>                         O</a:t>
            </a:r>
            <a:r>
              <a:rPr lang="en-US" dirty="0" smtClean="0">
                <a:solidFill>
                  <a:schemeClr val="bg1"/>
                </a:solidFill>
              </a:rPr>
              <a:t>R</a:t>
            </a:r>
          </a:p>
          <a:p>
            <a:r>
              <a:rPr lang="en-US" dirty="0" smtClean="0">
                <a:solidFill>
                  <a:schemeClr val="bg1"/>
                </a:solidFill>
                <a:hlinkClick r:id="rId4"/>
              </a:rPr>
              <a:t>Khare.pushpanjali2@gmail.com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                        OR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# 9708063491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187</Words>
  <Application>Microsoft Office PowerPoint</Application>
  <PresentationFormat>On-screen Show (4:3)</PresentationFormat>
  <Paragraphs>51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LAMP BRUSH CHROMOSOME (LBC)</vt:lpstr>
      <vt:lpstr>LAMP BRUSH CHROMOSOME</vt:lpstr>
      <vt:lpstr>MORPHOLOGICAL DIFFERENCE BETWEEN GENERAL CHROMOSOME AND LAMP BRUSH CHROMOSOME (LBC) 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LAMP BRUSH CHROMOSOME (LBC)</dc:title>
  <dc:creator>Sony Vaio</dc:creator>
  <cp:lastModifiedBy>Sony Vaio</cp:lastModifiedBy>
  <cp:revision>11</cp:revision>
  <dcterms:created xsi:type="dcterms:W3CDTF">2020-04-19T09:12:07Z</dcterms:created>
  <dcterms:modified xsi:type="dcterms:W3CDTF">2020-04-19T10:07:11Z</dcterms:modified>
</cp:coreProperties>
</file>